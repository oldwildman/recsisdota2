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9" r:id="rId2"/>
    <p:sldId id="273" r:id="rId3"/>
    <p:sldId id="301" r:id="rId4"/>
    <p:sldId id="307" r:id="rId5"/>
    <p:sldId id="310" r:id="rId6"/>
    <p:sldId id="311" r:id="rId7"/>
    <p:sldId id="309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28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4747" userDrawn="1">
          <p15:clr>
            <a:srgbClr val="A4A3A4"/>
          </p15:clr>
        </p15:guide>
        <p15:guide id="3" pos="4158" userDrawn="1">
          <p15:clr>
            <a:srgbClr val="A4A3A4"/>
          </p15:clr>
        </p15:guide>
        <p15:guide id="4" orient="horz" pos="2069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7" orient="horz" pos="3317" userDrawn="1">
          <p15:clr>
            <a:srgbClr val="A4A3A4"/>
          </p15:clr>
        </p15:guide>
        <p15:guide id="8" orient="horz" pos="2568" userDrawn="1">
          <p15:clr>
            <a:srgbClr val="A4A3A4"/>
          </p15:clr>
        </p15:guide>
        <p15:guide id="9" pos="7378" userDrawn="1">
          <p15:clr>
            <a:srgbClr val="A4A3A4"/>
          </p15:clr>
        </p15:guide>
        <p15:guide id="10" pos="597" userDrawn="1">
          <p15:clr>
            <a:srgbClr val="A4A3A4"/>
          </p15:clr>
        </p15:guide>
        <p15:guide id="11" pos="529" userDrawn="1">
          <p15:clr>
            <a:srgbClr val="A4A3A4"/>
          </p15:clr>
        </p15:guide>
        <p15:guide id="12" orient="horz" pos="1094" userDrawn="1">
          <p15:clr>
            <a:srgbClr val="A4A3A4"/>
          </p15:clr>
        </p15:guide>
        <p15:guide id="13" orient="horz" pos="2260" userDrawn="1">
          <p15:clr>
            <a:srgbClr val="A4A3A4"/>
          </p15:clr>
        </p15:guide>
        <p15:guide id="14" pos="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8F78"/>
    <a:srgbClr val="2E505B"/>
    <a:srgbClr val="22B8B2"/>
    <a:srgbClr val="040606"/>
    <a:srgbClr val="006B80"/>
    <a:srgbClr val="008281"/>
    <a:srgbClr val="0095B9"/>
    <a:srgbClr val="2C4A56"/>
    <a:srgbClr val="000000"/>
    <a:srgbClr val="00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/>
    <p:restoredTop sz="86422"/>
  </p:normalViewPr>
  <p:slideViewPr>
    <p:cSldViewPr snapToGrid="0">
      <p:cViewPr>
        <p:scale>
          <a:sx n="100" d="100"/>
          <a:sy n="100" d="100"/>
        </p:scale>
        <p:origin x="924" y="72"/>
      </p:cViewPr>
      <p:guideLst>
        <p:guide orient="horz" pos="1321"/>
        <p:guide pos="4747"/>
        <p:guide pos="4158"/>
        <p:guide orient="horz" pos="2069"/>
        <p:guide orient="horz" pos="2160"/>
        <p:guide pos="7015"/>
        <p:guide orient="horz" pos="3317"/>
        <p:guide orient="horz" pos="2568"/>
        <p:guide pos="7378"/>
        <p:guide pos="597"/>
        <p:guide pos="529"/>
        <p:guide orient="horz" pos="1094"/>
        <p:guide orient="horz" pos="2260"/>
        <p:guide pos="4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6FF2B11-C660-0B42-BC56-08B2FC6B25D8}" type="datetimeFigureOut">
              <a:rPr lang="ru-RU" smtClean="0"/>
              <a:pPr/>
              <a:t>14.05.2026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5D036E8-9F60-4647-94D7-713CBE060A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12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85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780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503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299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999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522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036E8-9F60-4647-94D7-713CBE060A2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840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21" Type="http://schemas.openxmlformats.org/officeDocument/2006/relationships/image" Target="../media/image25.png"/><Relationship Id="rId42" Type="http://schemas.openxmlformats.org/officeDocument/2006/relationships/image" Target="../media/image46.png"/><Relationship Id="rId47" Type="http://schemas.openxmlformats.org/officeDocument/2006/relationships/image" Target="../media/image51.png"/><Relationship Id="rId63" Type="http://schemas.openxmlformats.org/officeDocument/2006/relationships/image" Target="../media/image67.png"/><Relationship Id="rId68" Type="http://schemas.openxmlformats.org/officeDocument/2006/relationships/image" Target="../media/image72.png"/><Relationship Id="rId16" Type="http://schemas.openxmlformats.org/officeDocument/2006/relationships/image" Target="../media/image20.png"/><Relationship Id="rId11" Type="http://schemas.openxmlformats.org/officeDocument/2006/relationships/image" Target="../media/image15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53" Type="http://schemas.openxmlformats.org/officeDocument/2006/relationships/image" Target="../media/image57.png"/><Relationship Id="rId58" Type="http://schemas.openxmlformats.org/officeDocument/2006/relationships/image" Target="../media/image62.png"/><Relationship Id="rId74" Type="http://schemas.openxmlformats.org/officeDocument/2006/relationships/image" Target="../media/image78.png"/><Relationship Id="rId79" Type="http://schemas.openxmlformats.org/officeDocument/2006/relationships/image" Target="../media/image83.png"/><Relationship Id="rId5" Type="http://schemas.openxmlformats.org/officeDocument/2006/relationships/image" Target="../media/image9.png"/><Relationship Id="rId61" Type="http://schemas.openxmlformats.org/officeDocument/2006/relationships/image" Target="../media/image65.png"/><Relationship Id="rId82" Type="http://schemas.openxmlformats.org/officeDocument/2006/relationships/image" Target="../media/image2.png"/><Relationship Id="rId19" Type="http://schemas.openxmlformats.org/officeDocument/2006/relationships/image" Target="../media/image2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image" Target="../media/image52.png"/><Relationship Id="rId56" Type="http://schemas.openxmlformats.org/officeDocument/2006/relationships/image" Target="../media/image60.png"/><Relationship Id="rId64" Type="http://schemas.openxmlformats.org/officeDocument/2006/relationships/image" Target="../media/image68.png"/><Relationship Id="rId69" Type="http://schemas.openxmlformats.org/officeDocument/2006/relationships/image" Target="../media/image73.png"/><Relationship Id="rId77" Type="http://schemas.openxmlformats.org/officeDocument/2006/relationships/image" Target="../media/image81.png"/><Relationship Id="rId8" Type="http://schemas.openxmlformats.org/officeDocument/2006/relationships/image" Target="../media/image12.png"/><Relationship Id="rId51" Type="http://schemas.openxmlformats.org/officeDocument/2006/relationships/image" Target="../media/image55.png"/><Relationship Id="rId72" Type="http://schemas.openxmlformats.org/officeDocument/2006/relationships/image" Target="../media/image76.png"/><Relationship Id="rId80" Type="http://schemas.openxmlformats.org/officeDocument/2006/relationships/image" Target="../media/image84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46" Type="http://schemas.openxmlformats.org/officeDocument/2006/relationships/image" Target="../media/image50.png"/><Relationship Id="rId59" Type="http://schemas.openxmlformats.org/officeDocument/2006/relationships/image" Target="../media/image63.png"/><Relationship Id="rId67" Type="http://schemas.openxmlformats.org/officeDocument/2006/relationships/image" Target="../media/image71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Relationship Id="rId54" Type="http://schemas.openxmlformats.org/officeDocument/2006/relationships/image" Target="../media/image58.png"/><Relationship Id="rId62" Type="http://schemas.openxmlformats.org/officeDocument/2006/relationships/image" Target="../media/image66.png"/><Relationship Id="rId70" Type="http://schemas.openxmlformats.org/officeDocument/2006/relationships/image" Target="../media/image74.png"/><Relationship Id="rId75" Type="http://schemas.openxmlformats.org/officeDocument/2006/relationships/image" Target="../media/image7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3.png"/><Relationship Id="rId57" Type="http://schemas.openxmlformats.org/officeDocument/2006/relationships/image" Target="../media/image61.png"/><Relationship Id="rId10" Type="http://schemas.openxmlformats.org/officeDocument/2006/relationships/image" Target="../media/image14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52" Type="http://schemas.openxmlformats.org/officeDocument/2006/relationships/image" Target="../media/image56.png"/><Relationship Id="rId60" Type="http://schemas.openxmlformats.org/officeDocument/2006/relationships/image" Target="../media/image64.png"/><Relationship Id="rId65" Type="http://schemas.openxmlformats.org/officeDocument/2006/relationships/image" Target="../media/image69.png"/><Relationship Id="rId73" Type="http://schemas.openxmlformats.org/officeDocument/2006/relationships/image" Target="../media/image77.png"/><Relationship Id="rId78" Type="http://schemas.openxmlformats.org/officeDocument/2006/relationships/image" Target="../media/image82.png"/><Relationship Id="rId81" Type="http://schemas.openxmlformats.org/officeDocument/2006/relationships/image" Target="../media/image8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9" Type="http://schemas.openxmlformats.org/officeDocument/2006/relationships/image" Target="../media/image43.png"/><Relationship Id="rId34" Type="http://schemas.openxmlformats.org/officeDocument/2006/relationships/image" Target="../media/image38.png"/><Relationship Id="rId50" Type="http://schemas.openxmlformats.org/officeDocument/2006/relationships/image" Target="../media/image54.png"/><Relationship Id="rId55" Type="http://schemas.openxmlformats.org/officeDocument/2006/relationships/image" Target="../media/image59.png"/><Relationship Id="rId76" Type="http://schemas.openxmlformats.org/officeDocument/2006/relationships/image" Target="../media/image80.png"/><Relationship Id="rId7" Type="http://schemas.openxmlformats.org/officeDocument/2006/relationships/image" Target="../media/image11.png"/><Relationship Id="rId71" Type="http://schemas.openxmlformats.org/officeDocument/2006/relationships/image" Target="../media/image75.png"/><Relationship Id="rId2" Type="http://schemas.openxmlformats.org/officeDocument/2006/relationships/image" Target="../media/image6.png"/><Relationship Id="rId29" Type="http://schemas.openxmlformats.org/officeDocument/2006/relationships/image" Target="../media/image33.png"/><Relationship Id="rId24" Type="http://schemas.openxmlformats.org/officeDocument/2006/relationships/image" Target="../media/image28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66" Type="http://schemas.openxmlformats.org/officeDocument/2006/relationships/image" Target="../media/image7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gradFill>
          <a:gsLst>
            <a:gs pos="65000">
              <a:srgbClr val="228F78"/>
            </a:gs>
            <a:gs pos="35000">
              <a:srgbClr val="2E505B"/>
            </a:gs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14">
            <a:extLst>
              <a:ext uri="{FF2B5EF4-FFF2-40B4-BE49-F238E27FC236}">
                <a16:creationId xmlns:a16="http://schemas.microsoft.com/office/drawing/2014/main" id="{5E2CCD38-A7BD-6E81-FE8E-1FAF9DA7A3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2415939"/>
            <a:ext cx="9116084" cy="2233945"/>
          </a:xfrm>
          <a:noFill/>
        </p:spPr>
        <p:txBody>
          <a:bodyPr wrap="square"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555FD89-7F65-D0F7-ABB6-45F9C00B2A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4889674"/>
            <a:ext cx="7071760" cy="3139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Если нужно больше места, то используйте подзаголовки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8" name="Дата 17">
            <a:extLst>
              <a:ext uri="{FF2B5EF4-FFF2-40B4-BE49-F238E27FC236}">
                <a16:creationId xmlns:a16="http://schemas.microsoft.com/office/drawing/2014/main" id="{808CD8C2-420B-20BC-6F0D-8DC6A42101E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6367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860A309-893C-931E-757B-FAFFA6B69543}"/>
              </a:ext>
            </a:extLst>
          </p:cNvPr>
          <p:cNvCxnSpPr>
            <a:cxnSpLocks/>
          </p:cNvCxnSpPr>
          <p:nvPr userDrawn="1"/>
        </p:nvCxnSpPr>
        <p:spPr>
          <a:xfrm>
            <a:off x="9780292" y="512763"/>
            <a:ext cx="0" cy="539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D1F6B8-4E97-E1D5-0BA2-F81F1EE05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5" name="Текст 16">
            <a:extLst>
              <a:ext uri="{FF2B5EF4-FFF2-40B4-BE49-F238E27FC236}">
                <a16:creationId xmlns:a16="http://schemas.microsoft.com/office/drawing/2014/main" id="{4CCB0E38-95A7-AC6D-242C-4AB250B485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77" y="1587500"/>
            <a:ext cx="7071760" cy="3139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Название факультета / подразделения (16 </a:t>
            </a:r>
            <a:r>
              <a:rPr lang="en-US" dirty="0"/>
              <a:t>pt)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164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91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BE89A21-38BE-2C06-B2D9-DFD0AE058E63}"/>
              </a:ext>
            </a:extLst>
          </p:cNvPr>
          <p:cNvSpPr/>
          <p:nvPr userDrawn="1"/>
        </p:nvSpPr>
        <p:spPr>
          <a:xfrm>
            <a:off x="8527775" y="0"/>
            <a:ext cx="3664226" cy="6858001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514" y="1587500"/>
            <a:ext cx="5432322" cy="838435"/>
          </a:xfrm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0514" y="3066776"/>
            <a:ext cx="5432322" cy="2267352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211B911D-64F6-C3CA-A019-02E42AAD1BB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30974" y="1587500"/>
            <a:ext cx="4997346" cy="449897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b="0" i="0"/>
            </a:lvl1pPr>
          </a:lstStyle>
          <a:p>
            <a:r>
              <a:rPr lang="ru-RU" dirty="0"/>
              <a:t>Чтобы слайд не выглядел пустым сюда можно поставить иллюстрацию или фотографию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4ED8DD-A92C-F15D-617B-3579FD994F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Номер слайда 15">
            <a:extLst>
              <a:ext uri="{FF2B5EF4-FFF2-40B4-BE49-F238E27FC236}">
                <a16:creationId xmlns:a16="http://schemas.microsoft.com/office/drawing/2014/main" id="{5ED33C55-9DDB-E7D4-2DE8-B38D201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748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pos="914" userDrawn="1">
          <p15:clr>
            <a:srgbClr val="FBAE40"/>
          </p15:clr>
        </p15:guide>
        <p15:guide id="3" orient="horz" pos="6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в 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D5279379-4357-1251-A865-CB93D63381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256231-6640-03AC-9C6B-F673F156321E}"/>
              </a:ext>
            </a:extLst>
          </p:cNvPr>
          <p:cNvSpPr/>
          <p:nvPr userDrawn="1"/>
        </p:nvSpPr>
        <p:spPr>
          <a:xfrm>
            <a:off x="0" y="3684105"/>
            <a:ext cx="12192000" cy="3173896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latin typeface="Arial" panose="020B0604020202020204" pitchFamily="34" charset="0"/>
              </a:rPr>
              <a:t>ш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E0668414-485B-7FB9-6EBE-95D7A9E2E5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9" y="2616200"/>
            <a:ext cx="10864644" cy="3485634"/>
          </a:xfrm>
          <a:solidFill>
            <a:schemeClr val="bg1"/>
          </a:solidFill>
        </p:spPr>
        <p:txBody>
          <a:bodyPr wrap="square" numCol="3" spcCol="216000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F1B8FA-E557-8C9D-D85A-7E2773168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0" name="Номер слайда 15">
            <a:extLst>
              <a:ext uri="{FF2B5EF4-FFF2-40B4-BE49-F238E27FC236}">
                <a16:creationId xmlns:a16="http://schemas.microsoft.com/office/drawing/2014/main" id="{0FA4644A-C01E-6BC9-CC7F-7B9DB5A60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251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5876822" cy="701731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2907974"/>
            <a:ext cx="5876822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FADCB530-8DB1-2804-7FB5-5ADB7604A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13951" y="2907974"/>
            <a:ext cx="4314372" cy="2310592"/>
          </a:xfrm>
          <a:solidFill>
            <a:srgbClr val="006B80"/>
          </a:solidFill>
        </p:spPr>
        <p:txBody>
          <a:bodyPr wrap="square" lIns="216000" tIns="144000" rIns="216000" bIns="180000">
            <a:spAutoFit/>
          </a:bodyPr>
          <a:lstStyle>
            <a:lvl1pPr marL="0" indent="0">
              <a:lnSpc>
                <a:spcPts val="2600"/>
              </a:lnSpc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Небольшую фразу, с важной информацией, можно выделить, набрав ее более крупным кеглем, чем обычный текст. Делать это часто не рекомендуется.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7EB58E-7BBB-2D41-1B0B-5BA78DF18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5B5CF716-2E4B-1D07-CF6F-47CB575E7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7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23000" y="1587500"/>
            <a:ext cx="5305323" cy="386018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24EFB944-A43E-5094-3DAF-E1E859FDE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888" y="1587499"/>
            <a:ext cx="5153109" cy="838435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730E40BA-2C0A-FF73-4585-67B5745AD8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888" y="3180333"/>
            <a:ext cx="5153110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DCB699-4536-5A0D-845E-D1F66CE0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81FD06FB-E6D8-0EC0-0D51-C39F132B8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04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5" y="1587500"/>
            <a:ext cx="5432323" cy="885948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212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графика. Обратите внимание, что название графика набирается меньшим кеглем,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1" y="1587500"/>
            <a:ext cx="4999960" cy="45000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4B8025BF-9B54-7CE5-29B3-A0B3BF270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2950638"/>
            <a:ext cx="5432323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88D927-011C-5BAD-3BA7-EFABB117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2253962A-0B5E-199A-FE4E-CAF1AE03A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13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ACE73D3-D2FE-1F03-59AB-EA316FBF6C15}"/>
              </a:ext>
            </a:extLst>
          </p:cNvPr>
          <p:cNvSpPr/>
          <p:nvPr userDrawn="1"/>
        </p:nvSpPr>
        <p:spPr>
          <a:xfrm rot="10800000">
            <a:off x="1" y="4220928"/>
            <a:ext cx="12191999" cy="2637072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4" name="Текст 14">
            <a:extLst>
              <a:ext uri="{FF2B5EF4-FFF2-40B4-BE49-F238E27FC236}">
                <a16:creationId xmlns:a16="http://schemas.microsoft.com/office/drawing/2014/main" id="{C7A01643-080A-63EC-105E-0521721F85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990" y="4239752"/>
            <a:ext cx="2520000" cy="1693477"/>
          </a:xfrm>
          <a:solidFill>
            <a:schemeClr val="bg1"/>
          </a:solidFill>
        </p:spPr>
        <p:txBody>
          <a:bodyPr>
            <a:spAutoFit/>
          </a:bodyPr>
          <a:lstStyle>
            <a:lvl1pPr marL="0" indent="0">
              <a:lnSpc>
                <a:spcPts val="18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C7F987-22D4-D708-7BE8-B8D3A2441E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23780" y="4220927"/>
            <a:ext cx="2519362" cy="17272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743B55-ADFE-0704-54B8-CC1A34C4A7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4293" y="4220927"/>
            <a:ext cx="2519363" cy="1760537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A41D67DA-9E4F-6ABC-AE30-4FAE4BD3DE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2894" y="1587500"/>
            <a:ext cx="10364685" cy="460319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E1D19DE-0E63-4BB3-ACB7-40020BC00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7016" y="2731205"/>
            <a:ext cx="2527629" cy="1557519"/>
          </a:xfrm>
          <a:noFill/>
        </p:spPr>
        <p:txBody>
          <a:bodyPr wrap="square" lIns="180000" tIns="180000" rIns="180000" anchor="ctr" anchorCtr="0">
            <a:spAutoFit/>
          </a:bodyPr>
          <a:lstStyle>
            <a:lvl1pPr marL="0" indent="0" algn="ctr">
              <a:buNone/>
              <a:defRPr sz="9600"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DE431D5-EC06-AE25-6237-8F42069DB7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23141" y="2802248"/>
            <a:ext cx="2520000" cy="1557519"/>
          </a:xfrm>
          <a:noFill/>
        </p:spPr>
        <p:txBody>
          <a:bodyPr lIns="180000" tIns="180000" rIns="180000">
            <a:spAutoFit/>
          </a:bodyPr>
          <a:lstStyle>
            <a:lvl1pPr marL="0" indent="0" algn="ctr">
              <a:buNone/>
              <a:defRPr sz="9600"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17701089-A10C-D1B7-B05E-A88CC35ACA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73655" y="2799000"/>
            <a:ext cx="2520000" cy="1557519"/>
          </a:xfrm>
          <a:noFill/>
        </p:spPr>
        <p:txBody>
          <a:bodyPr lIns="180000" tIns="180000" rIns="180000">
            <a:spAutoFit/>
          </a:bodyPr>
          <a:lstStyle>
            <a:lvl1pPr marL="0" indent="0" algn="ctr">
              <a:buNone/>
              <a:defRPr sz="9600"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68DE65-5D9A-D774-3945-8C36D7CDE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33AD159A-11A0-E0BA-2C4E-57164A49D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231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5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635" y="1587500"/>
            <a:ext cx="10874687" cy="616644"/>
          </a:xfrm>
        </p:spPr>
        <p:txBody>
          <a:bodyPr wrap="square">
            <a:spAutoFit/>
          </a:bodyPr>
          <a:lstStyle>
            <a:lvl1pPr marL="0" indent="0">
              <a:lnSpc>
                <a:spcPts val="210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кегелем,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53635" y="2810152"/>
            <a:ext cx="10874687" cy="3096662"/>
          </a:xfrm>
        </p:spPr>
        <p:txBody>
          <a:bodyPr>
            <a:normAutofit/>
          </a:bodyPr>
          <a:lstStyle>
            <a:lvl1pPr marL="0" indent="0">
              <a:buNone/>
              <a:defRPr sz="1300" b="0" i="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0DB6D4-1800-C49D-0251-B63483B61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2E6960F9-2179-6F73-3556-AE00C18C2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93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654044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таблицы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63677" y="2312988"/>
            <a:ext cx="6540445" cy="3593826"/>
          </a:xfrm>
        </p:spPr>
        <p:txBody>
          <a:bodyPr>
            <a:normAutofit/>
          </a:bodyPr>
          <a:lstStyle>
            <a:lvl1pPr marL="0" indent="0">
              <a:buNone/>
              <a:defRPr sz="1300" b="0" i="0"/>
            </a:lvl1pPr>
          </a:lstStyle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06B59C8-1CAD-A3F3-C979-8E320EBC04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5506" y="2312988"/>
            <a:ext cx="3782817" cy="2023696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704321-D24B-D33A-3984-67AEE0DCAE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6C973110-5558-52F7-903A-AA8763B87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2E1424E2-CDC8-F652-1D5E-533CBCD9D8AA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20611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ли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A491D33C-A849-A301-EE3C-870CD381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3677" y="6234521"/>
            <a:ext cx="2743200" cy="369332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41A0BF-985C-E34C-F446-609CC11DFD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8273A067-E2DD-A4F9-098B-CC3E4C56A8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F00A7AD3-9C1D-3042-117E-E7CC7320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79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ка">
    <p:bg>
      <p:bgPr>
        <a:gradFill>
          <a:gsLst>
            <a:gs pos="0">
              <a:srgbClr val="000000"/>
            </a:gs>
            <a:gs pos="67000">
              <a:srgbClr val="008281"/>
            </a:gs>
            <a:gs pos="100000">
              <a:srgbClr val="0095B9"/>
            </a:gs>
            <a:gs pos="28000">
              <a:srgbClr val="2C4A5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4">
            <a:extLst>
              <a:ext uri="{FF2B5EF4-FFF2-40B4-BE49-F238E27FC236}">
                <a16:creationId xmlns:a16="http://schemas.microsoft.com/office/drawing/2014/main" id="{9094284A-9571-328C-7F91-9E86A16E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075153"/>
            <a:ext cx="8882280" cy="2233945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заголовка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494A36B5-B17A-89F3-6C33-AD231EEC47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7" y="4782847"/>
            <a:ext cx="8882062" cy="313932"/>
          </a:xfrm>
        </p:spPr>
        <p:txBody>
          <a:bodyPr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E0FD4F-375E-2AAE-3C38-03D550043C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7" name="Дата 17">
            <a:extLst>
              <a:ext uri="{FF2B5EF4-FFF2-40B4-BE49-F238E27FC236}">
                <a16:creationId xmlns:a16="http://schemas.microsoft.com/office/drawing/2014/main" id="{81A297E0-D129-2ED6-CF4D-2D31732C870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16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4">
            <a:extLst>
              <a:ext uri="{FF2B5EF4-FFF2-40B4-BE49-F238E27FC236}">
                <a16:creationId xmlns:a16="http://schemas.microsoft.com/office/drawing/2014/main" id="{BC94A623-047C-4E86-9ACA-D180D7A7D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13981"/>
            <a:ext cx="8882280" cy="720710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C0454C4-32F1-090F-E350-96E642808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E31E0-8B90-C8ED-D7E0-4DD701C9AA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0927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1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47F0C0C-7F35-AD9D-DE6B-A80201B32C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7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53DACDD-6D5A-ECBC-05E8-9206D9E72C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92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427DBD35-D155-C306-B74B-C02504C99B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7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22" name="Текст 19">
            <a:extLst>
              <a:ext uri="{FF2B5EF4-FFF2-40B4-BE49-F238E27FC236}">
                <a16:creationId xmlns:a16="http://schemas.microsoft.com/office/drawing/2014/main" id="{CAC16176-97DD-E159-9D7C-A801ABC27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492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10AAB062-92FA-A96E-BE1B-799A34FFE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7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15DDC0F7-1AC7-987A-F2E8-E5C2581F0A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492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713A26F-331C-578C-6998-EC910B4461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7439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29" name="Текст 15">
            <a:extLst>
              <a:ext uri="{FF2B5EF4-FFF2-40B4-BE49-F238E27FC236}">
                <a16:creationId xmlns:a16="http://schemas.microsoft.com/office/drawing/2014/main" id="{5DF773CE-18A8-2A19-CE1D-727803C5FA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8578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2</a:t>
            </a:r>
          </a:p>
        </p:txBody>
      </p:sp>
      <p:sp>
        <p:nvSpPr>
          <p:cNvPr id="30" name="Текст 17">
            <a:extLst>
              <a:ext uri="{FF2B5EF4-FFF2-40B4-BE49-F238E27FC236}">
                <a16:creationId xmlns:a16="http://schemas.microsoft.com/office/drawing/2014/main" id="{A73BC09A-99BB-D509-5FD3-AFF8CF75F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055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31" name="Текст 19">
            <a:extLst>
              <a:ext uri="{FF2B5EF4-FFF2-40B4-BE49-F238E27FC236}">
                <a16:creationId xmlns:a16="http://schemas.microsoft.com/office/drawing/2014/main" id="{B6C45472-2A07-84F6-7A7E-CB3DAA35AA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50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AA6A5855-88B9-8EBC-7C62-F0621DE670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55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33" name="Текст 19">
            <a:extLst>
              <a:ext uri="{FF2B5EF4-FFF2-40B4-BE49-F238E27FC236}">
                <a16:creationId xmlns:a16="http://schemas.microsoft.com/office/drawing/2014/main" id="{012B3383-55F4-A45F-EBB4-B256490239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2150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188EEADF-F3D3-B121-8D16-2086CF14A4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55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35" name="Текст 19">
            <a:extLst>
              <a:ext uri="{FF2B5EF4-FFF2-40B4-BE49-F238E27FC236}">
                <a16:creationId xmlns:a16="http://schemas.microsoft.com/office/drawing/2014/main" id="{7AA7DF9E-F17D-4533-3374-1BB50AA15D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50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624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pos="3522" userDrawn="1">
          <p15:clr>
            <a:srgbClr val="FBAE40"/>
          </p15:clr>
        </p15:guide>
        <p15:guide id="3" pos="422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D1B60-9A68-E892-F966-C4904C5F07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2D763327-90C2-D68E-DE96-AA2C30C47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3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2265B2E-87B2-505C-6391-DF4D46B1A031}"/>
              </a:ext>
            </a:extLst>
          </p:cNvPr>
          <p:cNvSpPr/>
          <p:nvPr userDrawn="1"/>
        </p:nvSpPr>
        <p:spPr>
          <a:xfrm rot="10800000">
            <a:off x="0" y="4220927"/>
            <a:ext cx="12191999" cy="2637072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 err="1">
                <a:latin typeface="Arial" panose="020B0604020202020204" pitchFamily="34" charset="0"/>
              </a:rPr>
              <a:t>i</a:t>
            </a:r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DDAD94B-7B7D-D7C7-98A6-A94F680C6B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456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/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11AF022-8824-C683-01BD-F5A9C01071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06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проекта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FC43593-B5DA-B382-3F2E-9F3A76192C65}"/>
              </a:ext>
            </a:extLst>
          </p:cNvPr>
          <p:cNvCxnSpPr>
            <a:cxnSpLocks/>
          </p:cNvCxnSpPr>
          <p:nvPr userDrawn="1"/>
        </p:nvCxnSpPr>
        <p:spPr>
          <a:xfrm>
            <a:off x="3888271" y="2509203"/>
            <a:ext cx="0" cy="3358197"/>
          </a:xfrm>
          <a:prstGeom prst="line">
            <a:avLst/>
          </a:prstGeom>
          <a:ln w="12700">
            <a:solidFill>
              <a:srgbClr val="388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7">
            <a:extLst>
              <a:ext uri="{FF2B5EF4-FFF2-40B4-BE49-F238E27FC236}">
                <a16:creationId xmlns:a16="http://schemas.microsoft.com/office/drawing/2014/main" id="{6CD5038C-6459-7CE4-B2D4-343CC39C3F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1337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первого пункта. </a:t>
            </a:r>
          </a:p>
        </p:txBody>
      </p:sp>
      <p:sp>
        <p:nvSpPr>
          <p:cNvPr id="22" name="Текст 11">
            <a:extLst>
              <a:ext uri="{FF2B5EF4-FFF2-40B4-BE49-F238E27FC236}">
                <a16:creationId xmlns:a16="http://schemas.microsoft.com/office/drawing/2014/main" id="{14BBCA84-70EE-7A3E-F739-07DA45CDD4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7492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/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3" name="Текст 12">
            <a:extLst>
              <a:ext uri="{FF2B5EF4-FFF2-40B4-BE49-F238E27FC236}">
                <a16:creationId xmlns:a16="http://schemas.microsoft.com/office/drawing/2014/main" id="{F7B79BBD-2CB7-0935-D680-D7B59CF03D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57142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Структура</a:t>
            </a:r>
          </a:p>
        </p:txBody>
      </p:sp>
      <p:sp>
        <p:nvSpPr>
          <p:cNvPr id="24" name="Текст 7">
            <a:extLst>
              <a:ext uri="{FF2B5EF4-FFF2-40B4-BE49-F238E27FC236}">
                <a16:creationId xmlns:a16="http://schemas.microsoft.com/office/drawing/2014/main" id="{E2F7B3D6-4F37-ED0E-5242-97B8F2250E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1373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второго пункта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63FA8D1-CE5A-FBF5-DEA5-48D77A7DFF32}"/>
              </a:ext>
            </a:extLst>
          </p:cNvPr>
          <p:cNvCxnSpPr>
            <a:cxnSpLocks/>
          </p:cNvCxnSpPr>
          <p:nvPr userDrawn="1"/>
        </p:nvCxnSpPr>
        <p:spPr>
          <a:xfrm>
            <a:off x="8001762" y="2509203"/>
            <a:ext cx="0" cy="3358197"/>
          </a:xfrm>
          <a:prstGeom prst="line">
            <a:avLst/>
          </a:prstGeom>
          <a:ln w="12700">
            <a:solidFill>
              <a:srgbClr val="388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Текст 11">
            <a:extLst>
              <a:ext uri="{FF2B5EF4-FFF2-40B4-BE49-F238E27FC236}">
                <a16:creationId xmlns:a16="http://schemas.microsoft.com/office/drawing/2014/main" id="{6AB9EB52-D74E-4563-60BE-54F0483FCA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0814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/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8" name="Текст 12">
            <a:extLst>
              <a:ext uri="{FF2B5EF4-FFF2-40B4-BE49-F238E27FC236}">
                <a16:creationId xmlns:a16="http://schemas.microsoft.com/office/drawing/2014/main" id="{FCCE6D10-E112-3C42-9C0E-48C4ECAE8A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30464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Выводы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C96CD779-A8E7-DF45-7E82-9956FD008A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04695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третьего пункта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FBB254-593B-691B-C806-57E38AB33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0" name="Номер слайда 15">
            <a:extLst>
              <a:ext uri="{FF2B5EF4-FFF2-40B4-BE49-F238E27FC236}">
                <a16:creationId xmlns:a16="http://schemas.microsoft.com/office/drawing/2014/main" id="{F5775B5E-E1A4-95FA-BEBD-E988710FF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860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ка с названиями разделов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F5B0D-CF0B-9157-2EB4-79FFB3788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19982" y="6072973"/>
            <a:ext cx="473413" cy="276999"/>
          </a:xfrm>
          <a:prstGeom prst="rect">
            <a:avLst/>
          </a:prstGeom>
        </p:spPr>
        <p:txBody>
          <a:bodyPr/>
          <a:lstStyle/>
          <a:p>
            <a:fld id="{E10D0329-78C6-364C-97E0-9B31F532BD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60080D-CF73-56AC-39E3-27849148E458}"/>
              </a:ext>
            </a:extLst>
          </p:cNvPr>
          <p:cNvSpPr/>
          <p:nvPr userDrawn="1"/>
        </p:nvSpPr>
        <p:spPr>
          <a:xfrm rot="10800000">
            <a:off x="4682832" y="3779519"/>
            <a:ext cx="7509164" cy="3078479"/>
          </a:xfrm>
          <a:prstGeom prst="rect">
            <a:avLst/>
          </a:prstGeom>
          <a:solidFill>
            <a:srgbClr val="0082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EE4807-5ACC-97C6-A0F3-8C2EF21FCE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82832" y="0"/>
            <a:ext cx="7509168" cy="4845050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21" name="Текст 11">
            <a:extLst>
              <a:ext uri="{FF2B5EF4-FFF2-40B4-BE49-F238E27FC236}">
                <a16:creationId xmlns:a16="http://schemas.microsoft.com/office/drawing/2014/main" id="{96D6A900-81DF-7B96-1B56-9CC594769A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524812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3" name="Текст 11">
            <a:extLst>
              <a:ext uri="{FF2B5EF4-FFF2-40B4-BE49-F238E27FC236}">
                <a16:creationId xmlns:a16="http://schemas.microsoft.com/office/drawing/2014/main" id="{9DFF7239-4C78-3141-2F5D-EC5D007809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1561160"/>
            <a:ext cx="1780154" cy="729933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</a:t>
            </a:r>
          </a:p>
        </p:txBody>
      </p:sp>
      <p:sp>
        <p:nvSpPr>
          <p:cNvPr id="24" name="Текст 12">
            <a:extLst>
              <a:ext uri="{FF2B5EF4-FFF2-40B4-BE49-F238E27FC236}">
                <a16:creationId xmlns:a16="http://schemas.microsoft.com/office/drawing/2014/main" id="{5157821A-E31A-1DA2-F2F6-BDA02D934C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6109479"/>
            <a:ext cx="257958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688183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рожная карта">
    <p:bg>
      <p:bgPr>
        <a:gradFill>
          <a:gsLst>
            <a:gs pos="28000">
              <a:srgbClr val="2C4A56"/>
            </a:gs>
            <a:gs pos="66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5B8A6F-F372-A907-4708-C3DF7AE98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Текст 12">
            <a:extLst>
              <a:ext uri="{FF2B5EF4-FFF2-40B4-BE49-F238E27FC236}">
                <a16:creationId xmlns:a16="http://schemas.microsoft.com/office/drawing/2014/main" id="{459988E1-FA3E-8C21-A491-23ABD9D253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30F9FDCB-2614-BECF-220C-30A863B30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773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то">
    <p:bg>
      <p:bgPr>
        <a:gradFill>
          <a:gsLst>
            <a:gs pos="28000">
              <a:srgbClr val="2C4A56"/>
            </a:gs>
            <a:gs pos="67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Рисунок 2">
            <a:extLst>
              <a:ext uri="{FF2B5EF4-FFF2-40B4-BE49-F238E27FC236}">
                <a16:creationId xmlns:a16="http://schemas.microsoft.com/office/drawing/2014/main" id="{1ACF12DD-0868-7CC5-CE63-9AFAE338C2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0931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7537BE1-2EDB-9706-C603-2A7221719E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53254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32" name="Рисунок 2">
            <a:extLst>
              <a:ext uri="{FF2B5EF4-FFF2-40B4-BE49-F238E27FC236}">
                <a16:creationId xmlns:a16="http://schemas.microsoft.com/office/drawing/2014/main" id="{906AB357-4993-33E4-9A89-9A240E78D8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5577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38" name="Текст 12">
            <a:extLst>
              <a:ext uri="{FF2B5EF4-FFF2-40B4-BE49-F238E27FC236}">
                <a16:creationId xmlns:a16="http://schemas.microsoft.com/office/drawing/2014/main" id="{B983AE61-0AA8-23E6-DFD5-2165B98C7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520" y="1587500"/>
            <a:ext cx="10848549" cy="460319"/>
          </a:xfrm>
          <a:noFill/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Расскажите, кто работал над проектом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9" name="Рисунок 2">
            <a:extLst>
              <a:ext uri="{FF2B5EF4-FFF2-40B4-BE49-F238E27FC236}">
                <a16:creationId xmlns:a16="http://schemas.microsoft.com/office/drawing/2014/main" id="{4A0E1521-0DA0-4BAA-4F7C-4566AD71DC2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97899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>
                <a:noFill/>
              </a:defRPr>
            </a:lvl1pPr>
          </a:lstStyle>
          <a:p>
            <a:endParaRPr lang="ru-RU" dirty="0"/>
          </a:p>
        </p:txBody>
      </p:sp>
      <p:sp>
        <p:nvSpPr>
          <p:cNvPr id="40" name="Текст 12">
            <a:extLst>
              <a:ext uri="{FF2B5EF4-FFF2-40B4-BE49-F238E27FC236}">
                <a16:creationId xmlns:a16="http://schemas.microsoft.com/office/drawing/2014/main" id="{7137556A-C221-613A-93EF-37157AE967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2520" y="5156623"/>
            <a:ext cx="223158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1" name="Текст 12">
            <a:extLst>
              <a:ext uri="{FF2B5EF4-FFF2-40B4-BE49-F238E27FC236}">
                <a16:creationId xmlns:a16="http://schemas.microsoft.com/office/drawing/2014/main" id="{17DD7097-3FB2-D514-0F2C-216F37394E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3254" y="5156623"/>
            <a:ext cx="2231581" cy="313930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2" name="Текст 12">
            <a:extLst>
              <a:ext uri="{FF2B5EF4-FFF2-40B4-BE49-F238E27FC236}">
                <a16:creationId xmlns:a16="http://schemas.microsoft.com/office/drawing/2014/main" id="{D0475521-CC95-4A4C-9F6B-55FF4EA4F3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439" y="5156623"/>
            <a:ext cx="223158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3" name="Текст 12">
            <a:extLst>
              <a:ext uri="{FF2B5EF4-FFF2-40B4-BE49-F238E27FC236}">
                <a16:creationId xmlns:a16="http://schemas.microsoft.com/office/drawing/2014/main" id="{D14820D0-FE4A-AF21-45DA-F47A99B64A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5637" y="5156621"/>
            <a:ext cx="2253843" cy="313930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4" name="Текст 7">
            <a:extLst>
              <a:ext uri="{FF2B5EF4-FFF2-40B4-BE49-F238E27FC236}">
                <a16:creationId xmlns:a16="http://schemas.microsoft.com/office/drawing/2014/main" id="{260F9194-3969-9DC0-90E7-C20379AAEB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520" y="5573430"/>
            <a:ext cx="2231585" cy="2308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5" name="Текст 7">
            <a:extLst>
              <a:ext uri="{FF2B5EF4-FFF2-40B4-BE49-F238E27FC236}">
                <a16:creationId xmlns:a16="http://schemas.microsoft.com/office/drawing/2014/main" id="{7C3B3227-37CB-BD57-4CC0-F5E90B5057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53254" y="5573430"/>
            <a:ext cx="2231585" cy="230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7B8BD791-C7F0-0975-37C3-027083087E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13388" y="5573430"/>
            <a:ext cx="2231585" cy="2308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53168EF1-B60A-578C-4947-CF6D23B81E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70586" y="5573428"/>
            <a:ext cx="2253847" cy="230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DE09F-4E0D-56B5-AD16-62B9DE4520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5B993518-82DC-2301-79ED-421B8F054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170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10829718" cy="43858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9304" y="2959908"/>
            <a:ext cx="5432323" cy="2310591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FADCB530-8DB1-2804-7FB5-5ADB7604A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2356" y="2959908"/>
            <a:ext cx="4675967" cy="2310592"/>
          </a:xfrm>
          <a:solidFill>
            <a:srgbClr val="006B80"/>
          </a:solidFill>
        </p:spPr>
        <p:txBody>
          <a:bodyPr wrap="square" lIns="216000" tIns="144000" rIns="216000" bIns="180000">
            <a:spAutoFit/>
          </a:bodyPr>
          <a:lstStyle>
            <a:lvl1pPr marL="0" indent="0">
              <a:lnSpc>
                <a:spcPts val="2600"/>
              </a:lnSpc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ea typeface="Open Sans SemiBol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Небольшую фразу, с важной информацией, можно выделить, набрав ее более крупным кеглем, чем обычный текст. Делать это часто не рекомендуется.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1CACCC-13E8-DBE0-7C62-6205A805B4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96C9BAAB-0B48-BB83-54EF-4D52E2FEB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E70C37DC-B69D-0019-D5AB-4D70D5C0CA3A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71271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0" y="1587500"/>
            <a:ext cx="4999962" cy="386018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24EFB944-A43E-5094-3DAF-E1E859FDE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499"/>
            <a:ext cx="5432322" cy="838435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730E40BA-2C0A-FF73-4585-67B5745AD8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3180333"/>
            <a:ext cx="5432322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E35F19-D45E-FBB3-95EB-DBCD02B887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431EE7DD-7536-64D9-1267-94F795CCA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079C0050-868F-4C25-90FA-4D612A825576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876128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5432321" cy="885948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212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графика. Обратите внимание, что название графика набирается меньшим кеглем,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1" y="1587500"/>
            <a:ext cx="4999960" cy="45000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4B8025BF-9B54-7CE5-29B3-A0B3BF270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9" y="3165150"/>
            <a:ext cx="5432321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6D2643-1EB5-B442-9E07-77428A3FA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4B431C96-BFCD-31E4-E660-36C54D80A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10CA706A-2F49-9F50-D99F-02BD8CEE7F4B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4288553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9" y="1587500"/>
            <a:ext cx="10864644" cy="616644"/>
          </a:xfrm>
        </p:spPr>
        <p:txBody>
          <a:bodyPr wrap="square">
            <a:spAutoFit/>
          </a:bodyPr>
          <a:lstStyle>
            <a:lvl1pPr marL="0" indent="0">
              <a:lnSpc>
                <a:spcPts val="2100"/>
              </a:lnSpc>
              <a:buNone/>
              <a:defRPr sz="16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кегелем,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63679" y="2810152"/>
            <a:ext cx="10864644" cy="3096662"/>
          </a:xfrm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DA831B-A00C-A434-F7C7-19B550A0C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A22EF14B-EAEE-525E-7745-9352116B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6446F7E1-5D26-B251-E268-1FDA4BEC48C1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61246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еребивка">
    <p:bg>
      <p:bgPr>
        <a:gradFill>
          <a:gsLst>
            <a:gs pos="28000">
              <a:srgbClr val="2C4A56"/>
            </a:gs>
            <a:gs pos="68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4">
            <a:extLst>
              <a:ext uri="{FF2B5EF4-FFF2-40B4-BE49-F238E27FC236}">
                <a16:creationId xmlns:a16="http://schemas.microsoft.com/office/drawing/2014/main" id="{9094284A-9571-328C-7F91-9E86A16E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1831770"/>
            <a:ext cx="10864646" cy="2233945"/>
          </a:xfrm>
        </p:spPr>
        <p:txBody>
          <a:bodyPr wrap="square"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заголовка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494A36B5-B17A-89F3-6C33-AD231EEC47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4762764"/>
            <a:ext cx="1086464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68B869-C5CF-C67F-FB0B-0C0383154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Дата 17">
            <a:extLst>
              <a:ext uri="{FF2B5EF4-FFF2-40B4-BE49-F238E27FC236}">
                <a16:creationId xmlns:a16="http://schemas.microsoft.com/office/drawing/2014/main" id="{CE40F582-3DB9-7612-98AD-E72EB142D67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6367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5869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">
    <p:bg>
      <p:bgPr>
        <a:gradFill>
          <a:gsLst>
            <a:gs pos="26000">
              <a:srgbClr val="2C4A56"/>
            </a:gs>
            <a:gs pos="68000">
              <a:srgbClr val="24937A"/>
            </a:gs>
            <a:gs pos="100000">
              <a:srgbClr val="2CC9B3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4">
            <a:extLst>
              <a:ext uri="{FF2B5EF4-FFF2-40B4-BE49-F238E27FC236}">
                <a16:creationId xmlns:a16="http://schemas.microsoft.com/office/drawing/2014/main" id="{BC94A623-047C-4E86-9ACA-D180D7A7D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313981"/>
            <a:ext cx="8882280" cy="720710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C0454C4-32F1-090F-E350-96E642808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911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E31E0-8B90-C8ED-D7E0-4DD701C9AA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3594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1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47F0C0C-7F35-AD9D-DE6B-A80201B32C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7912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53DACDD-6D5A-ECBC-05E8-9206D9E72C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1895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427DBD35-D155-C306-B74B-C02504C99B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912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22" name="Текст 19">
            <a:extLst>
              <a:ext uri="{FF2B5EF4-FFF2-40B4-BE49-F238E27FC236}">
                <a16:creationId xmlns:a16="http://schemas.microsoft.com/office/drawing/2014/main" id="{CAC16176-97DD-E159-9D7C-A801ABC27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1895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10AAB062-92FA-A96E-BE1B-799A34FFE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912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15DDC0F7-1AC7-987A-F2E8-E5C2581F0A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61895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713A26F-331C-578C-6998-EC910B4461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7439" y="2263775"/>
            <a:ext cx="2586037" cy="623888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29" name="Текст 15">
            <a:extLst>
              <a:ext uri="{FF2B5EF4-FFF2-40B4-BE49-F238E27FC236}">
                <a16:creationId xmlns:a16="http://schemas.microsoft.com/office/drawing/2014/main" id="{5DF773CE-18A8-2A19-CE1D-727803C5FA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8578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2</a:t>
            </a:r>
          </a:p>
        </p:txBody>
      </p:sp>
      <p:sp>
        <p:nvSpPr>
          <p:cNvPr id="30" name="Текст 17">
            <a:extLst>
              <a:ext uri="{FF2B5EF4-FFF2-40B4-BE49-F238E27FC236}">
                <a16:creationId xmlns:a16="http://schemas.microsoft.com/office/drawing/2014/main" id="{A73BC09A-99BB-D509-5FD3-AFF8CF75F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055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31" name="Текст 19">
            <a:extLst>
              <a:ext uri="{FF2B5EF4-FFF2-40B4-BE49-F238E27FC236}">
                <a16:creationId xmlns:a16="http://schemas.microsoft.com/office/drawing/2014/main" id="{B6C45472-2A07-84F6-7A7E-CB3DAA35AA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50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AA6A5855-88B9-8EBC-7C62-F0621DE670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55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33" name="Текст 19">
            <a:extLst>
              <a:ext uri="{FF2B5EF4-FFF2-40B4-BE49-F238E27FC236}">
                <a16:creationId xmlns:a16="http://schemas.microsoft.com/office/drawing/2014/main" id="{012B3383-55F4-A45F-EBB4-B256490239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2150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188EEADF-F3D3-B121-8D16-2086CF14A4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55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35" name="Текст 19">
            <a:extLst>
              <a:ext uri="{FF2B5EF4-FFF2-40B4-BE49-F238E27FC236}">
                <a16:creationId xmlns:a16="http://schemas.microsoft.com/office/drawing/2014/main" id="{7AA7DF9E-F17D-4533-3374-1BB50AA15D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50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6032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pos="3522">
          <p15:clr>
            <a:srgbClr val="FBAE40"/>
          </p15:clr>
        </p15:guide>
        <p15:guide id="3" pos="422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53612703-FD86-570B-3275-F691C271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11A5AEA-FFAD-41CA-929E-14353DFAE1F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931025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57C20-ED1C-FEC6-3202-F165C8F24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390" y="630630"/>
            <a:ext cx="5763155" cy="5442343"/>
          </a:xfrm>
          <a:prstGeom prst="rect">
            <a:avLst/>
          </a:prstGeom>
        </p:spPr>
      </p:pic>
      <p:sp>
        <p:nvSpPr>
          <p:cNvPr id="10" name="Текст 12">
            <a:extLst>
              <a:ext uri="{FF2B5EF4-FFF2-40B4-BE49-F238E27FC236}">
                <a16:creationId xmlns:a16="http://schemas.microsoft.com/office/drawing/2014/main" id="{38ED1C70-A289-8FEC-0DC4-2A53874199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09" y="2566172"/>
            <a:ext cx="4733544" cy="10895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1236EF-B601-63D9-7A91-E49C3FBAFF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2913" y="1127866"/>
            <a:ext cx="2194122" cy="698987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2C1194-D027-6467-5335-A098DD613955}"/>
              </a:ext>
            </a:extLst>
          </p:cNvPr>
          <p:cNvCxnSpPr>
            <a:cxnSpLocks/>
          </p:cNvCxnSpPr>
          <p:nvPr userDrawn="1"/>
        </p:nvCxnSpPr>
        <p:spPr>
          <a:xfrm>
            <a:off x="1000747" y="4588933"/>
            <a:ext cx="457514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16">
            <a:extLst>
              <a:ext uri="{FF2B5EF4-FFF2-40B4-BE49-F238E27FC236}">
                <a16:creationId xmlns:a16="http://schemas.microsoft.com/office/drawing/2014/main" id="{04349D8E-8857-EEDA-AF25-B331F4532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797" y="4782847"/>
            <a:ext cx="473195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36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D83C60-A32F-4FDE-1B2A-C9DF11EFFF2E}"/>
              </a:ext>
            </a:extLst>
          </p:cNvPr>
          <p:cNvSpPr/>
          <p:nvPr userDrawn="1"/>
        </p:nvSpPr>
        <p:spPr>
          <a:xfrm>
            <a:off x="7917366" y="-1"/>
            <a:ext cx="4274634" cy="5241073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10" name="Текст 12">
            <a:extLst>
              <a:ext uri="{FF2B5EF4-FFF2-40B4-BE49-F238E27FC236}">
                <a16:creationId xmlns:a16="http://schemas.microsoft.com/office/drawing/2014/main" id="{CDBD6F4F-DB41-86A9-9D4B-5BF51331D1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808922"/>
            <a:ext cx="4733544" cy="10064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9E4F7B79-15D5-AC50-10F8-333EAC760C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265" y="3162277"/>
            <a:ext cx="4731956" cy="272382"/>
          </a:xfrm>
        </p:spPr>
        <p:txBody>
          <a:bodyPr wrap="square">
            <a:spAutoFit/>
          </a:bodyPr>
          <a:lstStyle>
            <a:lvl1pPr marL="0" indent="0">
              <a:buNone/>
              <a:defRPr sz="13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Сопроводительный текст (13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2">
            <a:extLst>
              <a:ext uri="{FF2B5EF4-FFF2-40B4-BE49-F238E27FC236}">
                <a16:creationId xmlns:a16="http://schemas.microsoft.com/office/drawing/2014/main" id="{4C974DFC-42A4-A47D-F290-70EC795DB3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4138872"/>
            <a:ext cx="1236561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200+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DF272166-97D5-2FC7-A37A-6DFC1BC52E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65" y="4619391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Текст 12">
            <a:extLst>
              <a:ext uri="{FF2B5EF4-FFF2-40B4-BE49-F238E27FC236}">
                <a16:creationId xmlns:a16="http://schemas.microsoft.com/office/drawing/2014/main" id="{A19E4183-BF02-3048-BBEF-43ACC99604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00246" y="4138872"/>
            <a:ext cx="1371628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85+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1F6EE849-B442-CEE1-7339-B2630AD527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01834" y="4619391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5" name="Текст 12">
            <a:extLst>
              <a:ext uri="{FF2B5EF4-FFF2-40B4-BE49-F238E27FC236}">
                <a16:creationId xmlns:a16="http://schemas.microsoft.com/office/drawing/2014/main" id="{2A89C6C3-ECEC-B0CB-0F53-46710E8153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677" y="5126436"/>
            <a:ext cx="1236561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+10М</a:t>
            </a:r>
          </a:p>
        </p:txBody>
      </p:sp>
      <p:sp>
        <p:nvSpPr>
          <p:cNvPr id="26" name="Текст 16">
            <a:extLst>
              <a:ext uri="{FF2B5EF4-FFF2-40B4-BE49-F238E27FC236}">
                <a16:creationId xmlns:a16="http://schemas.microsoft.com/office/drawing/2014/main" id="{6B159398-75F0-73B6-CC07-64284AC1C5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65" y="5606955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7" name="Текст 12">
            <a:extLst>
              <a:ext uri="{FF2B5EF4-FFF2-40B4-BE49-F238E27FC236}">
                <a16:creationId xmlns:a16="http://schemas.microsoft.com/office/drawing/2014/main" id="{357EDE18-4F99-EE80-0309-6C08A45ECE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00245" y="5084803"/>
            <a:ext cx="1371629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+500К</a:t>
            </a:r>
          </a:p>
        </p:txBody>
      </p:sp>
      <p:sp>
        <p:nvSpPr>
          <p:cNvPr id="28" name="Текст 16">
            <a:extLst>
              <a:ext uri="{FF2B5EF4-FFF2-40B4-BE49-F238E27FC236}">
                <a16:creationId xmlns:a16="http://schemas.microsoft.com/office/drawing/2014/main" id="{1C3A6B48-BBF8-A7D9-0E43-D5A2031969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01834" y="5565322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3F6AB7-D7C2-C066-72A7-D41CAEAF15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327670" y="1808922"/>
            <a:ext cx="5197477" cy="402886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062326-3929-A65E-F090-4B29E53072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12" name="Номер слайда 15">
            <a:extLst>
              <a:ext uri="{FF2B5EF4-FFF2-40B4-BE49-F238E27FC236}">
                <a16:creationId xmlns:a16="http://schemas.microsoft.com/office/drawing/2014/main" id="{4DD8DB31-0BE3-792E-B142-6AAF536AD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3" name="Текст 14">
            <a:extLst>
              <a:ext uri="{FF2B5EF4-FFF2-40B4-BE49-F238E27FC236}">
                <a16:creationId xmlns:a16="http://schemas.microsoft.com/office/drawing/2014/main" id="{A68BD283-6E8B-3A12-08CE-4CB91EA7EFEC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334856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2">
            <a:extLst>
              <a:ext uri="{FF2B5EF4-FFF2-40B4-BE49-F238E27FC236}">
                <a16:creationId xmlns:a16="http://schemas.microsoft.com/office/drawing/2014/main" id="{CF703383-6A38-0B16-D314-C18F11F7CF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4736522"/>
            <a:ext cx="4733544" cy="10895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DC04D0-5C98-30BD-5340-D144BE4BB0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2247" y="4736522"/>
            <a:ext cx="745796" cy="745796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4CC4F2-B2FE-5E65-E38F-A57921F319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6052"/>
            <a:ext cx="12192000" cy="39878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3859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11E78C-F5A8-4A33-3634-9C6138E043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0" i="0"/>
            </a:lvl1pPr>
          </a:lstStyle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DA346A-0BA4-865B-5C4D-CDEF0219AC22}"/>
              </a:ext>
            </a:extLst>
          </p:cNvPr>
          <p:cNvSpPr/>
          <p:nvPr userDrawn="1"/>
        </p:nvSpPr>
        <p:spPr>
          <a:xfrm>
            <a:off x="0" y="3886200"/>
            <a:ext cx="7942987" cy="2971800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CBA99509-0FDB-1109-8EB0-AC523F6FEB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8605" y="4282571"/>
            <a:ext cx="6052457" cy="885371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может быть набран </a:t>
            </a:r>
          </a:p>
          <a:p>
            <a:pPr lvl="0"/>
            <a:r>
              <a:rPr lang="ru-RU" dirty="0"/>
              <a:t>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7079AC8F-BDA5-CF7E-09D2-04B3045EBC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194" y="6169923"/>
            <a:ext cx="4731956" cy="272382"/>
          </a:xfrm>
        </p:spPr>
        <p:txBody>
          <a:bodyPr wrap="square">
            <a:sp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Сопроводительный текст (13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35645BA-D254-415A-4E5B-131614BC4DCF}"/>
              </a:ext>
            </a:extLst>
          </p:cNvPr>
          <p:cNvCxnSpPr>
            <a:cxnSpLocks/>
          </p:cNvCxnSpPr>
          <p:nvPr userDrawn="1"/>
        </p:nvCxnSpPr>
        <p:spPr>
          <a:xfrm>
            <a:off x="698605" y="5611225"/>
            <a:ext cx="724438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81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8C623E-C241-4BDB-A330-7D55031F23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4462" y="2096711"/>
            <a:ext cx="5261812" cy="1680472"/>
          </a:xfrm>
          <a:prstGeom prst="rect">
            <a:avLst/>
          </a:prstGeom>
        </p:spPr>
      </p:pic>
      <p:sp>
        <p:nvSpPr>
          <p:cNvPr id="2" name="Дата 17">
            <a:extLst>
              <a:ext uri="{FF2B5EF4-FFF2-40B4-BE49-F238E27FC236}">
                <a16:creationId xmlns:a16="http://schemas.microsoft.com/office/drawing/2014/main" id="{6092913D-CF0C-A3DE-AAD1-87ED5D4AC16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184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2">
            <a:extLst>
              <a:ext uri="{FF2B5EF4-FFF2-40B4-BE49-F238E27FC236}">
                <a16:creationId xmlns:a16="http://schemas.microsoft.com/office/drawing/2014/main" id="{DAD86C7E-96C3-59A6-04DA-2263357460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499"/>
            <a:ext cx="4932362" cy="845040"/>
          </a:xfrm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Дополнительная цветовая гамма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A724595-E54B-7894-A364-C31FD305EA5D}"/>
              </a:ext>
            </a:extLst>
          </p:cNvPr>
          <p:cNvSpPr/>
          <p:nvPr userDrawn="1"/>
        </p:nvSpPr>
        <p:spPr>
          <a:xfrm>
            <a:off x="6801560" y="1492029"/>
            <a:ext cx="1023310" cy="1023310"/>
          </a:xfrm>
          <a:prstGeom prst="ellipse">
            <a:avLst/>
          </a:prstGeom>
          <a:solidFill>
            <a:srgbClr val="24656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rgbClr val="246266"/>
              </a:solidFill>
              <a:latin typeface="Arial" panose="020B0604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C41C454-1974-DD00-E2A1-AFB4F6DFAC3A}"/>
              </a:ext>
            </a:extLst>
          </p:cNvPr>
          <p:cNvSpPr/>
          <p:nvPr userDrawn="1"/>
        </p:nvSpPr>
        <p:spPr>
          <a:xfrm>
            <a:off x="8037149" y="1492029"/>
            <a:ext cx="1023310" cy="1023310"/>
          </a:xfrm>
          <a:prstGeom prst="ellipse">
            <a:avLst/>
          </a:prstGeom>
          <a:solidFill>
            <a:srgbClr val="28727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rgbClr val="016B80"/>
              </a:solidFill>
              <a:latin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AFF353A-2AAA-300D-9427-D01A938EB948}"/>
              </a:ext>
            </a:extLst>
          </p:cNvPr>
          <p:cNvSpPr/>
          <p:nvPr userDrawn="1"/>
        </p:nvSpPr>
        <p:spPr>
          <a:xfrm>
            <a:off x="9272738" y="1492029"/>
            <a:ext cx="1023310" cy="1023310"/>
          </a:xfrm>
          <a:prstGeom prst="ellipse">
            <a:avLst/>
          </a:prstGeom>
          <a:solidFill>
            <a:srgbClr val="1277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rgbClr val="0098AF"/>
              </a:solidFill>
              <a:latin typeface="Arial" panose="020B0604020202020204" pitchFamily="34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3EE7553-4F64-282F-19E1-C2922EC5DABF}"/>
              </a:ext>
            </a:extLst>
          </p:cNvPr>
          <p:cNvSpPr/>
          <p:nvPr userDrawn="1"/>
        </p:nvSpPr>
        <p:spPr>
          <a:xfrm>
            <a:off x="10508327" y="1492029"/>
            <a:ext cx="1023310" cy="1023310"/>
          </a:xfrm>
          <a:prstGeom prst="ellipse">
            <a:avLst/>
          </a:prstGeom>
          <a:solidFill>
            <a:srgbClr val="355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8513F603-CB6D-5449-4E76-1B690BD59963}"/>
              </a:ext>
            </a:extLst>
          </p:cNvPr>
          <p:cNvSpPr/>
          <p:nvPr userDrawn="1"/>
        </p:nvSpPr>
        <p:spPr>
          <a:xfrm>
            <a:off x="6801560" y="2784461"/>
            <a:ext cx="1023310" cy="1023310"/>
          </a:xfrm>
          <a:prstGeom prst="ellipse">
            <a:avLst/>
          </a:prstGeom>
          <a:solidFill>
            <a:srgbClr val="016B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AD372B40-B018-4BBB-E184-A6ECD132D20C}"/>
              </a:ext>
            </a:extLst>
          </p:cNvPr>
          <p:cNvSpPr/>
          <p:nvPr userDrawn="1"/>
        </p:nvSpPr>
        <p:spPr>
          <a:xfrm>
            <a:off x="8037149" y="2784461"/>
            <a:ext cx="1023310" cy="1023310"/>
          </a:xfrm>
          <a:prstGeom prst="ellipse">
            <a:avLst/>
          </a:prstGeom>
          <a:solidFill>
            <a:srgbClr val="00778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F0FA369-E4E7-CEB0-07B4-BA07221EC37A}"/>
              </a:ext>
            </a:extLst>
          </p:cNvPr>
          <p:cNvSpPr/>
          <p:nvPr userDrawn="1"/>
        </p:nvSpPr>
        <p:spPr>
          <a:xfrm>
            <a:off x="9272738" y="2784461"/>
            <a:ext cx="1023310" cy="1023310"/>
          </a:xfrm>
          <a:prstGeom prst="ellipse">
            <a:avLst/>
          </a:prstGeom>
          <a:solidFill>
            <a:srgbClr val="A4A4A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B864286-21DA-C21B-0192-D03BFC2BDD13}"/>
              </a:ext>
            </a:extLst>
          </p:cNvPr>
          <p:cNvSpPr/>
          <p:nvPr userDrawn="1"/>
        </p:nvSpPr>
        <p:spPr>
          <a:xfrm>
            <a:off x="10508327" y="2784461"/>
            <a:ext cx="1023310" cy="1023310"/>
          </a:xfrm>
          <a:prstGeom prst="ellipse">
            <a:avLst/>
          </a:prstGeom>
          <a:solidFill>
            <a:srgbClr val="D80E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20958037-1B1C-64D7-DF61-F80579D9385D}"/>
              </a:ext>
            </a:extLst>
          </p:cNvPr>
          <p:cNvSpPr/>
          <p:nvPr userDrawn="1"/>
        </p:nvSpPr>
        <p:spPr>
          <a:xfrm>
            <a:off x="6801560" y="4148274"/>
            <a:ext cx="1023310" cy="1023310"/>
          </a:xfrm>
          <a:prstGeom prst="ellipse">
            <a:avLst/>
          </a:prstGeom>
          <a:solidFill>
            <a:srgbClr val="0098A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2A26C9BE-63B6-D240-E393-B5DA4691C556}"/>
              </a:ext>
            </a:extLst>
          </p:cNvPr>
          <p:cNvSpPr/>
          <p:nvPr userDrawn="1"/>
        </p:nvSpPr>
        <p:spPr>
          <a:xfrm>
            <a:off x="8037149" y="4148274"/>
            <a:ext cx="1023310" cy="1023310"/>
          </a:xfrm>
          <a:prstGeom prst="ellipse">
            <a:avLst/>
          </a:prstGeom>
          <a:solidFill>
            <a:srgbClr val="00A3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573900E1-2529-EE1D-3D2C-7F2E05AA75B2}"/>
              </a:ext>
            </a:extLst>
          </p:cNvPr>
          <p:cNvSpPr/>
          <p:nvPr userDrawn="1"/>
        </p:nvSpPr>
        <p:spPr>
          <a:xfrm>
            <a:off x="9272738" y="4148274"/>
            <a:ext cx="1023310" cy="1023310"/>
          </a:xfrm>
          <a:prstGeom prst="ellipse">
            <a:avLst/>
          </a:prstGeom>
          <a:solidFill>
            <a:srgbClr val="BFBFB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F4E219E2-0CC8-9D36-3764-C24E7B31DA42}"/>
              </a:ext>
            </a:extLst>
          </p:cNvPr>
          <p:cNvSpPr/>
          <p:nvPr userDrawn="1"/>
        </p:nvSpPr>
        <p:spPr>
          <a:xfrm>
            <a:off x="10508327" y="4148274"/>
            <a:ext cx="1023310" cy="1023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Arial" panose="020B0604020202020204" pitchFamily="34" charset="0"/>
            </a:endParaRPr>
          </a:p>
        </p:txBody>
      </p:sp>
      <p:sp>
        <p:nvSpPr>
          <p:cNvPr id="30" name="Текст 14">
            <a:extLst>
              <a:ext uri="{FF2B5EF4-FFF2-40B4-BE49-F238E27FC236}">
                <a16:creationId xmlns:a16="http://schemas.microsoft.com/office/drawing/2014/main" id="{0039ED59-78B1-FB5D-014E-59FF9DB56C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677" y="2950638"/>
            <a:ext cx="4932362" cy="1292726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 b="0" i="0"/>
            </a:lvl1pPr>
          </a:lstStyle>
          <a:p>
            <a:pPr lvl="0"/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</a:t>
            </a:r>
            <a:r>
              <a:rPr lang="ru-RU" dirty="0" err="1"/>
              <a:t>Финунивера</a:t>
            </a:r>
            <a:r>
              <a:rPr lang="ru-RU" dirty="0"/>
              <a:t> для этих целей.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89E517-1EA3-514B-CF7B-7CEE29B3C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5" name="Номер слайда 15">
            <a:extLst>
              <a:ext uri="{FF2B5EF4-FFF2-40B4-BE49-F238E27FC236}">
                <a16:creationId xmlns:a16="http://schemas.microsoft.com/office/drawing/2014/main" id="{B64A6D4E-34E8-DB16-F484-C24EFBF8F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0490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2">
            <a:extLst>
              <a:ext uri="{FF2B5EF4-FFF2-40B4-BE49-F238E27FC236}">
                <a16:creationId xmlns:a16="http://schemas.microsoft.com/office/drawing/2014/main" id="{3F777C1D-C585-81A3-3BF0-C548549D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840" y="1587499"/>
            <a:ext cx="5257800" cy="460319"/>
          </a:xfrm>
        </p:spPr>
        <p:txBody>
          <a:bodyPr>
            <a:spAutoFit/>
          </a:bodyPr>
          <a:lstStyle>
            <a:lvl1pPr marL="0" indent="0">
              <a:lnSpc>
                <a:spcPts val="3000"/>
              </a:lnSpc>
              <a:buNone/>
              <a:defRPr sz="2400" b="1" i="0">
                <a:latin typeface="Movie Filmstrip" panose="020B0604020202020204" pitchFamily="34" charset="0"/>
                <a:ea typeface="Movie Filmstrip" panose="020B0604020202020204" pitchFamily="34" charset="0"/>
                <a:cs typeface="Movie Filmstrip" panose="020B0604020202020204" pitchFamily="34" charset="0"/>
              </a:defRPr>
            </a:lvl1pPr>
          </a:lstStyle>
          <a:p>
            <a:pPr lvl="0"/>
            <a:r>
              <a:rPr lang="ru-RU" dirty="0"/>
              <a:t>Иконки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419737C-B589-8376-6141-AEA0043FC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677" y="2520959"/>
            <a:ext cx="406400" cy="4064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0E0D83F-89F5-A402-4A48-53D56DC2D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5911" y="2520959"/>
            <a:ext cx="406400" cy="4064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D756C65-502B-48D0-5412-2328EC0BB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8145" y="2520959"/>
            <a:ext cx="406400" cy="4064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14184E8-FF7A-E6AB-27D5-3FB8C332BC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10379" y="2520959"/>
            <a:ext cx="406400" cy="4064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B6F7A76-9FE7-4252-225B-0CE16E49CB7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92613" y="2520959"/>
            <a:ext cx="406400" cy="4064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6F4DF9-99E2-ADCA-B96A-B54E4604A99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74847" y="2520959"/>
            <a:ext cx="406400" cy="4064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212A1DE-FD1D-6F08-0997-0D4856FB99C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57081" y="2520959"/>
            <a:ext cx="406400" cy="4064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6F835E9-AF57-F529-45E5-3F753C3322B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739315" y="2520959"/>
            <a:ext cx="406400" cy="4064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CE1A959-A221-26F5-DCB0-9C61C785FAD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21549" y="2520959"/>
            <a:ext cx="406400" cy="4064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DCDEBB6-7AC4-C83A-B266-DB507DEF63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903783" y="2520959"/>
            <a:ext cx="406400" cy="4064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74A6209-9338-EA19-61C5-F584D8C160D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86017" y="2520959"/>
            <a:ext cx="406400" cy="4064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2175E3D-E914-DF1E-F1AF-261A166553A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68251" y="2520959"/>
            <a:ext cx="406400" cy="4064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F0AF86B-127D-971D-C9BC-ECF930B08B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50485" y="2520959"/>
            <a:ext cx="406400" cy="4064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2A068CD-9DE5-06C5-D8B8-A1B04462EF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232719" y="2520959"/>
            <a:ext cx="406400" cy="4064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CEA7B28-6D26-FB0E-AA06-48B80B565F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814953" y="2520959"/>
            <a:ext cx="406400" cy="4064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AE56BA5-E304-D997-1B00-537D7B3C229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97181" y="2520959"/>
            <a:ext cx="406400" cy="406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4A3E93A-BF09-FCC1-13A1-17B3B362EE6D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663677" y="3226839"/>
            <a:ext cx="406400" cy="4064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10EDB24-0947-8377-25B9-238731C51805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248177" y="3226839"/>
            <a:ext cx="406400" cy="4064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879079B-2BF8-6AB3-1C50-55DF65AE89F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832677" y="3226839"/>
            <a:ext cx="406400" cy="4064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CF16ED-5C59-DD75-D147-15A2481E56B4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417177" y="3226839"/>
            <a:ext cx="406400" cy="4064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C874F50-7D6D-31C2-87FD-41E2DED563FF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001677" y="3226839"/>
            <a:ext cx="406400" cy="4064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5E17476-CDDA-5551-8BF0-55565007C97F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586177" y="3226839"/>
            <a:ext cx="406400" cy="4064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A8AF81D-DE73-E1C9-6AA7-878CBCEDC138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4170677" y="3226839"/>
            <a:ext cx="406400" cy="4064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3790945-A01A-8B7A-4CBC-C94D36ADE34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4755177" y="3226839"/>
            <a:ext cx="406400" cy="4064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E4D77AB-7DDD-B6E7-9590-B4458E0B525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5339677" y="3226839"/>
            <a:ext cx="406400" cy="4064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28F2A8F-F650-4016-4F65-9F3CED8A85F4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5924177" y="3226839"/>
            <a:ext cx="406400" cy="4064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629B5F5-2C5E-9D76-9985-2C9E294B50A1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6508677" y="3226839"/>
            <a:ext cx="406400" cy="4064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8D882B4-446D-D653-F362-06BDD80DFCDA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093177" y="3226839"/>
            <a:ext cx="406400" cy="4064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9B1A542-C7B0-6C82-2160-DF8EE10CE008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7677677" y="3226839"/>
            <a:ext cx="406400" cy="4064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169B5A4-D596-5357-445F-EEC4C4BAB6C9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8262177" y="3226839"/>
            <a:ext cx="406400" cy="4064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23DC2C80-0713-5610-348B-68E4E867691A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8846677" y="3226839"/>
            <a:ext cx="406400" cy="4064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B2425730-8D6C-D171-F708-7FCCCC023B00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431183" y="3226839"/>
            <a:ext cx="406400" cy="4064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051C49C6-40B7-C63F-15DF-E69664E0B47B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72355" y="3932719"/>
            <a:ext cx="406400" cy="4064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58175D90-F296-0A28-B972-0262643185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256256" y="3932719"/>
            <a:ext cx="406400" cy="4064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55E3835-A83F-09B0-EED6-C5B5AE788C93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840157" y="3932719"/>
            <a:ext cx="406400" cy="4064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FD3B6F5-8BDB-32AD-0A48-E308D7A81B8C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2424058" y="3932719"/>
            <a:ext cx="406400" cy="4064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4CD9507-898C-58C7-3C6F-CD1D101ECC82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3007959" y="3932719"/>
            <a:ext cx="406400" cy="4064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7C38B5F1-CD80-1689-99A5-DCF308996FC8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3591860" y="3932719"/>
            <a:ext cx="406400" cy="4064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BA8C92C6-00C7-7CE5-5668-E1B93DF2D3C5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4175761" y="3932719"/>
            <a:ext cx="406400" cy="4064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7BA555E4-B2E7-3F4F-1012-04D6B9F848CB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4759662" y="3932719"/>
            <a:ext cx="406400" cy="4064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293F12E0-7C20-103E-823B-E078DACB68E6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5343563" y="3932719"/>
            <a:ext cx="406400" cy="406400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9D2FF636-430D-3395-A670-2129B936FCD7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5927464" y="3932719"/>
            <a:ext cx="406400" cy="406400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F9759910-62D6-2024-D74C-6303FDD84C50}"/>
              </a:ext>
            </a:extLst>
          </p:cNvPr>
          <p:cNvPicPr>
            <a:picLocks noChangeAspect="1"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6511365" y="3932719"/>
            <a:ext cx="406400" cy="406400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EEA9CD9B-4B51-4B4A-0B50-4BCAABC43C35}"/>
              </a:ext>
            </a:extLst>
          </p:cNvPr>
          <p:cNvPicPr>
            <a:picLocks noChangeAspect="1"/>
          </p:cNvPicPr>
          <p:nvPr userDrawn="1"/>
        </p:nvPicPr>
        <p:blipFill>
          <a:blip r:embed="rId45"/>
          <a:stretch>
            <a:fillRect/>
          </a:stretch>
        </p:blipFill>
        <p:spPr>
          <a:xfrm>
            <a:off x="7095266" y="3932719"/>
            <a:ext cx="406400" cy="40640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FDF73479-070C-AB23-1DB0-1A720DE5E2C9}"/>
              </a:ext>
            </a:extLst>
          </p:cNvPr>
          <p:cNvPicPr>
            <a:picLocks noChangeAspect="1"/>
          </p:cNvPicPr>
          <p:nvPr userDrawn="1"/>
        </p:nvPicPr>
        <p:blipFill>
          <a:blip r:embed="rId46"/>
          <a:stretch>
            <a:fillRect/>
          </a:stretch>
        </p:blipFill>
        <p:spPr>
          <a:xfrm>
            <a:off x="7679167" y="3932719"/>
            <a:ext cx="406400" cy="406400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2F6CD2C8-4B93-CE78-A1D6-3C5C2336CF9B}"/>
              </a:ext>
            </a:extLst>
          </p:cNvPr>
          <p:cNvPicPr>
            <a:picLocks noChangeAspect="1"/>
          </p:cNvPicPr>
          <p:nvPr userDrawn="1"/>
        </p:nvPicPr>
        <p:blipFill>
          <a:blip r:embed="rId47"/>
          <a:stretch>
            <a:fillRect/>
          </a:stretch>
        </p:blipFill>
        <p:spPr>
          <a:xfrm>
            <a:off x="8263068" y="3932719"/>
            <a:ext cx="406400" cy="40640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D4C00139-0CE3-8CE5-B259-0F43135F5592}"/>
              </a:ext>
            </a:extLst>
          </p:cNvPr>
          <p:cNvPicPr>
            <a:picLocks noChangeAspect="1"/>
          </p:cNvPicPr>
          <p:nvPr userDrawn="1"/>
        </p:nvPicPr>
        <p:blipFill>
          <a:blip r:embed="rId48"/>
          <a:stretch>
            <a:fillRect/>
          </a:stretch>
        </p:blipFill>
        <p:spPr>
          <a:xfrm>
            <a:off x="8846969" y="3932719"/>
            <a:ext cx="406400" cy="406400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A2031E1B-88EA-F8CD-5BED-28ED84CDE94E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9430873" y="3932719"/>
            <a:ext cx="406400" cy="406400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44D35374-AB53-6CC7-81CB-F02083320946}"/>
              </a:ext>
            </a:extLst>
          </p:cNvPr>
          <p:cNvPicPr>
            <a:picLocks noChangeAspect="1"/>
          </p:cNvPicPr>
          <p:nvPr userDrawn="1"/>
        </p:nvPicPr>
        <p:blipFill>
          <a:blip r:embed="rId50"/>
          <a:stretch>
            <a:fillRect/>
          </a:stretch>
        </p:blipFill>
        <p:spPr>
          <a:xfrm>
            <a:off x="672355" y="4638599"/>
            <a:ext cx="406400" cy="406400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444D1992-BA71-02AC-0899-8D9F3B225EBF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254902" y="4638599"/>
            <a:ext cx="406400" cy="40640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AB888701-130D-BA59-B2FD-9CED214B741E}"/>
              </a:ext>
            </a:extLst>
          </p:cNvPr>
          <p:cNvPicPr>
            <a:picLocks noChangeAspect="1"/>
          </p:cNvPicPr>
          <p:nvPr userDrawn="1"/>
        </p:nvPicPr>
        <p:blipFill>
          <a:blip r:embed="rId52"/>
          <a:stretch>
            <a:fillRect/>
          </a:stretch>
        </p:blipFill>
        <p:spPr>
          <a:xfrm>
            <a:off x="1837449" y="4638599"/>
            <a:ext cx="406400" cy="406400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73D26884-A0AC-BFFB-F7EA-D09422D0637E}"/>
              </a:ext>
            </a:extLst>
          </p:cNvPr>
          <p:cNvPicPr>
            <a:picLocks noChangeAspect="1"/>
          </p:cNvPicPr>
          <p:nvPr userDrawn="1"/>
        </p:nvPicPr>
        <p:blipFill>
          <a:blip r:embed="rId53"/>
          <a:stretch>
            <a:fillRect/>
          </a:stretch>
        </p:blipFill>
        <p:spPr>
          <a:xfrm>
            <a:off x="2419996" y="4638599"/>
            <a:ext cx="406400" cy="40640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B7D8FBF2-F692-B3F0-B57E-1171E1980A90}"/>
              </a:ext>
            </a:extLst>
          </p:cNvPr>
          <p:cNvPicPr>
            <a:picLocks noChangeAspect="1"/>
          </p:cNvPicPr>
          <p:nvPr userDrawn="1"/>
        </p:nvPicPr>
        <p:blipFill>
          <a:blip r:embed="rId54"/>
          <a:stretch>
            <a:fillRect/>
          </a:stretch>
        </p:blipFill>
        <p:spPr>
          <a:xfrm>
            <a:off x="3002543" y="4638599"/>
            <a:ext cx="406400" cy="406400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A60AEEAF-4F77-A4ED-DBF9-7CA498A850BA}"/>
              </a:ext>
            </a:extLst>
          </p:cNvPr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3585090" y="4638599"/>
            <a:ext cx="406400" cy="40640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9A645881-0731-E0CE-082D-DFFF83D4DB7B}"/>
              </a:ext>
            </a:extLst>
          </p:cNvPr>
          <p:cNvPicPr>
            <a:picLocks noChangeAspect="1"/>
          </p:cNvPicPr>
          <p:nvPr userDrawn="1"/>
        </p:nvPicPr>
        <p:blipFill>
          <a:blip r:embed="rId56"/>
          <a:stretch>
            <a:fillRect/>
          </a:stretch>
        </p:blipFill>
        <p:spPr>
          <a:xfrm>
            <a:off x="4167637" y="4638599"/>
            <a:ext cx="406400" cy="406400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11CC68E6-F51D-2858-022C-FCDB9FA0D82F}"/>
              </a:ext>
            </a:extLst>
          </p:cNvPr>
          <p:cNvPicPr>
            <a:picLocks noChangeAspect="1"/>
          </p:cNvPicPr>
          <p:nvPr userDrawn="1"/>
        </p:nvPicPr>
        <p:blipFill>
          <a:blip r:embed="rId57"/>
          <a:stretch>
            <a:fillRect/>
          </a:stretch>
        </p:blipFill>
        <p:spPr>
          <a:xfrm>
            <a:off x="4750184" y="4638599"/>
            <a:ext cx="406400" cy="406400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5BDFFDD2-E282-B0F2-94C2-239E460CEB38}"/>
              </a:ext>
            </a:extLst>
          </p:cNvPr>
          <p:cNvPicPr>
            <a:picLocks noChangeAspect="1"/>
          </p:cNvPicPr>
          <p:nvPr userDrawn="1"/>
        </p:nvPicPr>
        <p:blipFill>
          <a:blip r:embed="rId58"/>
          <a:stretch>
            <a:fillRect/>
          </a:stretch>
        </p:blipFill>
        <p:spPr>
          <a:xfrm>
            <a:off x="5332731" y="4638599"/>
            <a:ext cx="406400" cy="406400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B56172F5-4102-8C2A-E3F8-651474AFBD5D}"/>
              </a:ext>
            </a:extLst>
          </p:cNvPr>
          <p:cNvPicPr>
            <a:picLocks noChangeAspect="1"/>
          </p:cNvPicPr>
          <p:nvPr userDrawn="1"/>
        </p:nvPicPr>
        <p:blipFill>
          <a:blip r:embed="rId59"/>
          <a:stretch>
            <a:fillRect/>
          </a:stretch>
        </p:blipFill>
        <p:spPr>
          <a:xfrm>
            <a:off x="5915278" y="4638599"/>
            <a:ext cx="406400" cy="406400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8CFBC367-91A0-DA5E-8546-9ED40802DBE4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6497825" y="4638599"/>
            <a:ext cx="406400" cy="406400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BDF3BF0A-7907-7E8B-5DF4-0D35436C292C}"/>
              </a:ext>
            </a:extLst>
          </p:cNvPr>
          <p:cNvPicPr>
            <a:picLocks noChangeAspect="1"/>
          </p:cNvPicPr>
          <p:nvPr userDrawn="1"/>
        </p:nvPicPr>
        <p:blipFill>
          <a:blip r:embed="rId61"/>
          <a:stretch>
            <a:fillRect/>
          </a:stretch>
        </p:blipFill>
        <p:spPr>
          <a:xfrm>
            <a:off x="7080372" y="4638599"/>
            <a:ext cx="406400" cy="406400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7CB03A4E-39E1-B21D-304E-3ADB2225714E}"/>
              </a:ext>
            </a:extLst>
          </p:cNvPr>
          <p:cNvPicPr>
            <a:picLocks noChangeAspect="1"/>
          </p:cNvPicPr>
          <p:nvPr userDrawn="1"/>
        </p:nvPicPr>
        <p:blipFill>
          <a:blip r:embed="rId62"/>
          <a:stretch>
            <a:fillRect/>
          </a:stretch>
        </p:blipFill>
        <p:spPr>
          <a:xfrm>
            <a:off x="7662919" y="4638599"/>
            <a:ext cx="406400" cy="406400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8AF24F39-60E2-CE9B-BEBD-2D6FE580BB28}"/>
              </a:ext>
            </a:extLst>
          </p:cNvPr>
          <p:cNvPicPr>
            <a:picLocks noChangeAspect="1"/>
          </p:cNvPicPr>
          <p:nvPr userDrawn="1"/>
        </p:nvPicPr>
        <p:blipFill>
          <a:blip r:embed="rId63"/>
          <a:stretch>
            <a:fillRect/>
          </a:stretch>
        </p:blipFill>
        <p:spPr>
          <a:xfrm>
            <a:off x="8245466" y="4638599"/>
            <a:ext cx="406400" cy="406400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94C10173-9A29-8E2F-231D-69C3E02D341C}"/>
              </a:ext>
            </a:extLst>
          </p:cNvPr>
          <p:cNvPicPr>
            <a:picLocks noChangeAspect="1"/>
          </p:cNvPicPr>
          <p:nvPr userDrawn="1"/>
        </p:nvPicPr>
        <p:blipFill>
          <a:blip r:embed="rId64"/>
          <a:stretch>
            <a:fillRect/>
          </a:stretch>
        </p:blipFill>
        <p:spPr>
          <a:xfrm>
            <a:off x="8828013" y="4638599"/>
            <a:ext cx="406400" cy="406400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5E59DC7-93CF-5111-CC70-03B5ED6B28BF}"/>
              </a:ext>
            </a:extLst>
          </p:cNvPr>
          <p:cNvPicPr>
            <a:picLocks noChangeAspect="1"/>
          </p:cNvPicPr>
          <p:nvPr userDrawn="1"/>
        </p:nvPicPr>
        <p:blipFill>
          <a:blip r:embed="rId65"/>
          <a:stretch>
            <a:fillRect/>
          </a:stretch>
        </p:blipFill>
        <p:spPr>
          <a:xfrm>
            <a:off x="9410564" y="4638599"/>
            <a:ext cx="406400" cy="406400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E88FFF65-B37B-FD27-6F41-CDFE09C20E2E}"/>
              </a:ext>
            </a:extLst>
          </p:cNvPr>
          <p:cNvPicPr>
            <a:picLocks noChangeAspect="1"/>
          </p:cNvPicPr>
          <p:nvPr userDrawn="1"/>
        </p:nvPicPr>
        <p:blipFill>
          <a:blip r:embed="rId66"/>
          <a:stretch>
            <a:fillRect/>
          </a:stretch>
        </p:blipFill>
        <p:spPr>
          <a:xfrm>
            <a:off x="677307" y="5344479"/>
            <a:ext cx="406400" cy="406400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2A3F2FBA-F0C0-64DC-3E76-18B24F639713}"/>
              </a:ext>
            </a:extLst>
          </p:cNvPr>
          <p:cNvPicPr>
            <a:picLocks noChangeAspect="1"/>
          </p:cNvPicPr>
          <p:nvPr userDrawn="1"/>
        </p:nvPicPr>
        <p:blipFill>
          <a:blip r:embed="rId67"/>
          <a:stretch>
            <a:fillRect/>
          </a:stretch>
        </p:blipFill>
        <p:spPr>
          <a:xfrm>
            <a:off x="1258422" y="5344479"/>
            <a:ext cx="406400" cy="406400"/>
          </a:xfrm>
          <a:prstGeom prst="rect">
            <a:avLst/>
          </a:prstGeom>
        </p:spPr>
      </p:pic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EB0BE804-0F07-6A33-49B5-E8DBAE82598C}"/>
              </a:ext>
            </a:extLst>
          </p:cNvPr>
          <p:cNvPicPr>
            <a:picLocks noChangeAspect="1"/>
          </p:cNvPicPr>
          <p:nvPr userDrawn="1"/>
        </p:nvPicPr>
        <p:blipFill>
          <a:blip r:embed="rId68"/>
          <a:stretch>
            <a:fillRect/>
          </a:stretch>
        </p:blipFill>
        <p:spPr>
          <a:xfrm>
            <a:off x="1839537" y="5344479"/>
            <a:ext cx="406400" cy="406400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34C2D06F-1AFD-68D3-1BD7-C3544230B741}"/>
              </a:ext>
            </a:extLst>
          </p:cNvPr>
          <p:cNvPicPr>
            <a:picLocks noChangeAspect="1"/>
          </p:cNvPicPr>
          <p:nvPr userDrawn="1"/>
        </p:nvPicPr>
        <p:blipFill>
          <a:blip r:embed="rId69"/>
          <a:stretch>
            <a:fillRect/>
          </a:stretch>
        </p:blipFill>
        <p:spPr>
          <a:xfrm>
            <a:off x="2420652" y="5344479"/>
            <a:ext cx="406400" cy="406400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0E29EE3E-92B4-AB08-F741-6974F81A84D2}"/>
              </a:ext>
            </a:extLst>
          </p:cNvPr>
          <p:cNvPicPr>
            <a:picLocks noChangeAspect="1"/>
          </p:cNvPicPr>
          <p:nvPr userDrawn="1"/>
        </p:nvPicPr>
        <p:blipFill>
          <a:blip r:embed="rId70"/>
          <a:stretch>
            <a:fillRect/>
          </a:stretch>
        </p:blipFill>
        <p:spPr>
          <a:xfrm>
            <a:off x="3001767" y="5344479"/>
            <a:ext cx="406400" cy="406400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3BDB2B96-FE8B-90E9-6B7C-80C3ECEDB041}"/>
              </a:ext>
            </a:extLst>
          </p:cNvPr>
          <p:cNvPicPr>
            <a:picLocks noChangeAspect="1"/>
          </p:cNvPicPr>
          <p:nvPr userDrawn="1"/>
        </p:nvPicPr>
        <p:blipFill>
          <a:blip r:embed="rId71"/>
          <a:stretch>
            <a:fillRect/>
          </a:stretch>
        </p:blipFill>
        <p:spPr>
          <a:xfrm>
            <a:off x="3582882" y="5344479"/>
            <a:ext cx="406400" cy="406400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A3DB00E8-A224-656A-9A1F-5BA1BD324E34}"/>
              </a:ext>
            </a:extLst>
          </p:cNvPr>
          <p:cNvPicPr>
            <a:picLocks noChangeAspect="1"/>
          </p:cNvPicPr>
          <p:nvPr userDrawn="1"/>
        </p:nvPicPr>
        <p:blipFill>
          <a:blip r:embed="rId72"/>
          <a:stretch>
            <a:fillRect/>
          </a:stretch>
        </p:blipFill>
        <p:spPr>
          <a:xfrm>
            <a:off x="4163997" y="5344479"/>
            <a:ext cx="406400" cy="406400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448CA8EF-9B71-E4B4-6785-DCC7551EC795}"/>
              </a:ext>
            </a:extLst>
          </p:cNvPr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4745112" y="5344479"/>
            <a:ext cx="406400" cy="406400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B4B30557-8837-38A1-601F-0775280F8D81}"/>
              </a:ext>
            </a:extLst>
          </p:cNvPr>
          <p:cNvPicPr>
            <a:picLocks noChangeAspect="1"/>
          </p:cNvPicPr>
          <p:nvPr userDrawn="1"/>
        </p:nvPicPr>
        <p:blipFill>
          <a:blip r:embed="rId74"/>
          <a:stretch>
            <a:fillRect/>
          </a:stretch>
        </p:blipFill>
        <p:spPr>
          <a:xfrm>
            <a:off x="5326227" y="5344479"/>
            <a:ext cx="406400" cy="40640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14FE2212-7468-C13E-B6ED-D8381721978C}"/>
              </a:ext>
            </a:extLst>
          </p:cNvPr>
          <p:cNvPicPr>
            <a:picLocks noChangeAspect="1"/>
          </p:cNvPicPr>
          <p:nvPr userDrawn="1"/>
        </p:nvPicPr>
        <p:blipFill>
          <a:blip r:embed="rId75"/>
          <a:stretch>
            <a:fillRect/>
          </a:stretch>
        </p:blipFill>
        <p:spPr>
          <a:xfrm>
            <a:off x="5907342" y="5344479"/>
            <a:ext cx="406400" cy="406400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0F377296-8E99-5A66-B890-F29E812AF331}"/>
              </a:ext>
            </a:extLst>
          </p:cNvPr>
          <p:cNvPicPr>
            <a:picLocks noChangeAspect="1"/>
          </p:cNvPicPr>
          <p:nvPr userDrawn="1"/>
        </p:nvPicPr>
        <p:blipFill>
          <a:blip r:embed="rId76"/>
          <a:stretch>
            <a:fillRect/>
          </a:stretch>
        </p:blipFill>
        <p:spPr>
          <a:xfrm>
            <a:off x="6488457" y="5344479"/>
            <a:ext cx="406400" cy="406400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B54F5C3D-C06F-A0CA-7872-002A23DAD743}"/>
              </a:ext>
            </a:extLst>
          </p:cNvPr>
          <p:cNvPicPr>
            <a:picLocks noChangeAspect="1"/>
          </p:cNvPicPr>
          <p:nvPr userDrawn="1"/>
        </p:nvPicPr>
        <p:blipFill>
          <a:blip r:embed="rId77"/>
          <a:stretch>
            <a:fillRect/>
          </a:stretch>
        </p:blipFill>
        <p:spPr>
          <a:xfrm>
            <a:off x="7069572" y="5344479"/>
            <a:ext cx="406400" cy="406400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85B2544F-80B2-39A3-3F2B-8769DACCE28B}"/>
              </a:ext>
            </a:extLst>
          </p:cNvPr>
          <p:cNvPicPr>
            <a:picLocks noChangeAspect="1"/>
          </p:cNvPicPr>
          <p:nvPr userDrawn="1"/>
        </p:nvPicPr>
        <p:blipFill>
          <a:blip r:embed="rId78"/>
          <a:stretch>
            <a:fillRect/>
          </a:stretch>
        </p:blipFill>
        <p:spPr>
          <a:xfrm>
            <a:off x="7650687" y="5344479"/>
            <a:ext cx="406400" cy="406400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A76E74F2-835D-BAE9-839B-6F3B871D3FDE}"/>
              </a:ext>
            </a:extLst>
          </p:cNvPr>
          <p:cNvPicPr>
            <a:picLocks noChangeAspect="1"/>
          </p:cNvPicPr>
          <p:nvPr userDrawn="1"/>
        </p:nvPicPr>
        <p:blipFill>
          <a:blip r:embed="rId79"/>
          <a:stretch>
            <a:fillRect/>
          </a:stretch>
        </p:blipFill>
        <p:spPr>
          <a:xfrm>
            <a:off x="8231802" y="5344479"/>
            <a:ext cx="406400" cy="406400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7C40AABE-B5E4-F3AB-D9FA-DDAEB7454628}"/>
              </a:ext>
            </a:extLst>
          </p:cNvPr>
          <p:cNvPicPr>
            <a:picLocks noChangeAspect="1"/>
          </p:cNvPicPr>
          <p:nvPr userDrawn="1"/>
        </p:nvPicPr>
        <p:blipFill>
          <a:blip r:embed="rId80"/>
          <a:stretch>
            <a:fillRect/>
          </a:stretch>
        </p:blipFill>
        <p:spPr>
          <a:xfrm>
            <a:off x="8812917" y="5344479"/>
            <a:ext cx="406400" cy="406400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92351581-2447-B22D-D9A0-EB3934FFBFB5}"/>
              </a:ext>
            </a:extLst>
          </p:cNvPr>
          <p:cNvPicPr>
            <a:picLocks noChangeAspect="1"/>
          </p:cNvPicPr>
          <p:nvPr userDrawn="1"/>
        </p:nvPicPr>
        <p:blipFill>
          <a:blip r:embed="rId81"/>
          <a:stretch>
            <a:fillRect/>
          </a:stretch>
        </p:blipFill>
        <p:spPr>
          <a:xfrm>
            <a:off x="9394034" y="5344479"/>
            <a:ext cx="406400" cy="406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B80302-761B-95C9-3695-25CF39A10D50}"/>
              </a:ext>
            </a:extLst>
          </p:cNvPr>
          <p:cNvPicPr>
            <a:picLocks noChangeAspect="1"/>
          </p:cNvPicPr>
          <p:nvPr userDrawn="1"/>
        </p:nvPicPr>
        <p:blipFill>
          <a:blip r:embed="rId8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719889E9-AC5C-1DA0-6ABD-EF9905E4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496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7414141-AF25-EB9A-F60B-B52542DE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4A4360A-78E0-EACB-73B0-0C601576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" name="Дата 17">
            <a:extLst>
              <a:ext uri="{FF2B5EF4-FFF2-40B4-BE49-F238E27FC236}">
                <a16:creationId xmlns:a16="http://schemas.microsoft.com/office/drawing/2014/main" id="{5A0ED5F7-4E27-D11E-19FF-8D25C8320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latin typeface="Arial" panose="020B0604020202020204" pitchFamily="34" charset="0"/>
                <a:ea typeface="Open Sans" pitchFamily="2" charset="0"/>
                <a:cs typeface="Arial" panose="020B0604020202020204" pitchFamily="34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14.05.2026</a:t>
            </a:fld>
            <a:endParaRPr lang="ru-RU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8C971BCE-C89D-0A5C-BEBC-79B6E63FD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18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9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62" r:id="rId13"/>
    <p:sldLayoutId id="2147483664" r:id="rId14"/>
    <p:sldLayoutId id="2147483665" r:id="rId15"/>
    <p:sldLayoutId id="2147483663" r:id="rId16"/>
    <p:sldLayoutId id="2147483667" r:id="rId17"/>
    <p:sldLayoutId id="2147483674" r:id="rId18"/>
    <p:sldLayoutId id="2147483675" r:id="rId19"/>
    <p:sldLayoutId id="2147483676" r:id="rId20"/>
    <p:sldLayoutId id="2147483678" r:id="rId21"/>
    <p:sldLayoutId id="2147483681" r:id="rId22"/>
    <p:sldLayoutId id="2147483682" r:id="rId23"/>
    <p:sldLayoutId id="2147483698" r:id="rId24"/>
    <p:sldLayoutId id="2147483699" r:id="rId25"/>
    <p:sldLayoutId id="2147483700" r:id="rId26"/>
    <p:sldLayoutId id="2147483701" r:id="rId27"/>
    <p:sldLayoutId id="2147483669" r:id="rId28"/>
    <p:sldLayoutId id="2147483658" r:id="rId29"/>
    <p:sldLayoutId id="214748366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3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Open Sans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9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74" userDrawn="1">
          <p15:clr>
            <a:srgbClr val="F26B43"/>
          </p15:clr>
        </p15:guide>
        <p15:guide id="6" orient="horz" pos="3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7FC3F1E-7C4E-3A38-8BEE-53F6BFA6EA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37072" y="2423794"/>
            <a:ext cx="9116084" cy="3522759"/>
          </a:xfrm>
        </p:spPr>
        <p:txBody>
          <a:bodyPr/>
          <a:lstStyle/>
          <a:p>
            <a:pPr algn="ctr"/>
            <a:r>
              <a:rPr lang="ru-RU" sz="1800" b="1" strike="noStrike" spc="-1" dirty="0">
                <a:latin typeface="Times New Roman"/>
                <a:ea typeface="DejaVu Sans"/>
              </a:rPr>
              <a:t>Выпускная квалификационная работа</a:t>
            </a:r>
            <a:r>
              <a:rPr lang="en-US" sz="1800" b="1" strike="noStrike" spc="-1" dirty="0">
                <a:latin typeface="Times New Roman"/>
                <a:ea typeface="DejaVu Sans"/>
              </a:rPr>
              <a:t> </a:t>
            </a:r>
            <a:r>
              <a:rPr lang="ru-RU" sz="1800" b="1" strike="noStrike" spc="-1" dirty="0">
                <a:latin typeface="Times New Roman"/>
                <a:ea typeface="DejaVu Sans"/>
              </a:rPr>
              <a:t>на тему </a:t>
            </a:r>
          </a:p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рекомендательной системы для подбора игровых персонажей на основе анализа игровых данных и предпочтений игроков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</a:p>
          <a:p>
            <a:pPr algn="ctr"/>
            <a:endParaRPr lang="ru-RU" sz="1800" b="1" strike="noStrike" spc="-1" dirty="0">
              <a:latin typeface="Times New Roman"/>
              <a:ea typeface="DejaVu Sans"/>
            </a:endParaRPr>
          </a:p>
          <a:p>
            <a:pPr algn="ctr"/>
            <a:endParaRPr lang="ru-RU" sz="1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B8B1D7-4306-CCC0-6FB9-4DE1EAD0AC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1728" y="5396647"/>
            <a:ext cx="7071760" cy="1391150"/>
          </a:xfrm>
        </p:spPr>
        <p:txBody>
          <a:bodyPr/>
          <a:lstStyle/>
          <a:p>
            <a:r>
              <a:rPr lang="ru-RU" dirty="0"/>
              <a:t>Подготовил</a:t>
            </a:r>
            <a:r>
              <a:rPr lang="en-US" dirty="0"/>
              <a:t>:</a:t>
            </a:r>
          </a:p>
          <a:p>
            <a:r>
              <a:rPr lang="ru-RU" dirty="0"/>
              <a:t>Денисов Егор Алексеевич</a:t>
            </a:r>
          </a:p>
          <a:p>
            <a:r>
              <a:rPr lang="ru-RU" dirty="0"/>
              <a:t>ПМ22-3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Мацеевич Сергей Вячеславович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9122AC-DA50-9B8A-0629-D4CB4A05FD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25329" y="1114653"/>
            <a:ext cx="7071760" cy="1713290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ru-RU" sz="16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Федеральное государственное образовательное бюджетное учреждение </a:t>
            </a: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ru-RU" sz="16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высшего образования </a:t>
            </a: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ru-RU" sz="1600" b="1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«Финансовый университет при Правительстве Российской Федерации»</a:t>
            </a:r>
            <a:endParaRPr lang="ru-RU" sz="16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ru-RU" sz="1600" b="1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(Финансовый университет)</a:t>
            </a:r>
            <a:endParaRPr lang="ru-RU" sz="1600" b="0" strike="noStrike" spc="-1" dirty="0">
              <a:latin typeface="Arial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42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5000">
              <a:srgbClr val="228F78"/>
            </a:gs>
            <a:gs pos="35000">
              <a:srgbClr val="2E505B"/>
            </a:gs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B02F41A-3B7E-BC97-7156-81B75D499B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4860" y="123663"/>
            <a:ext cx="8882280" cy="658385"/>
          </a:xfrm>
        </p:spPr>
        <p:txBody>
          <a:bodyPr/>
          <a:lstStyle/>
          <a:p>
            <a:pPr algn="ctr"/>
            <a:r>
              <a:rPr lang="ru-RU" sz="2800" dirty="0"/>
              <a:t>Актуальность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0F8423-AE93-4A8A-8721-00DDCC46D87C}"/>
              </a:ext>
            </a:extLst>
          </p:cNvPr>
          <p:cNvSpPr txBox="1"/>
          <p:nvPr/>
        </p:nvSpPr>
        <p:spPr>
          <a:xfrm>
            <a:off x="916551" y="856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Dota</a:t>
            </a:r>
            <a:r>
              <a:rPr lang="ru-RU" b="1" dirty="0">
                <a:solidFill>
                  <a:schemeClr val="bg1"/>
                </a:solidFill>
              </a:rPr>
              <a:t>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многопользовательская командная MOBA-игра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более 120 уникальных героев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каждый герой обладает собственной ролью и способностями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исход матча во многом зависит от </a:t>
            </a:r>
            <a:r>
              <a:rPr lang="ru-RU" dirty="0" err="1">
                <a:solidFill>
                  <a:schemeClr val="bg1"/>
                </a:solidFill>
              </a:rPr>
              <a:t>draft</a:t>
            </a:r>
            <a:r>
              <a:rPr lang="ru-RU" dirty="0">
                <a:solidFill>
                  <a:schemeClr val="bg1"/>
                </a:solidFill>
              </a:rPr>
              <a:t>-фазы.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DC4D8B-0B12-42D2-BA72-E1EDFB8DB48D}"/>
              </a:ext>
            </a:extLst>
          </p:cNvPr>
          <p:cNvSpPr txBox="1"/>
          <p:nvPr/>
        </p:nvSpPr>
        <p:spPr>
          <a:xfrm>
            <a:off x="7882430" y="1733851"/>
            <a:ext cx="53094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Проблема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высокий порог вхождения;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сложность выбора героя;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необходимость учитывать: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союзников;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противников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роли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synergy</a:t>
            </a:r>
            <a:r>
              <a:rPr lang="ru-RU" dirty="0">
                <a:solidFill>
                  <a:schemeClr val="bg1"/>
                </a:solidFill>
              </a:rPr>
              <a:t>/</a:t>
            </a:r>
            <a:r>
              <a:rPr lang="ru-RU" dirty="0" err="1">
                <a:solidFill>
                  <a:schemeClr val="bg1"/>
                </a:solidFill>
              </a:rPr>
              <a:t>counter</a:t>
            </a:r>
            <a:r>
              <a:rPr lang="ru-RU" dirty="0">
                <a:solidFill>
                  <a:schemeClr val="bg1"/>
                </a:solidFill>
              </a:rPr>
              <a:t> связи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личные предпочтения игрока.</a:t>
            </a:r>
          </a:p>
        </p:txBody>
      </p:sp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839C44B4-AE58-433F-80AA-DD5C9E1CF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96" y="2611014"/>
            <a:ext cx="6799622" cy="411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1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397796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Цель и задачи исследования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3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EB0F3-5B4B-420E-9F33-04F5124A5CF7}"/>
              </a:ext>
            </a:extLst>
          </p:cNvPr>
          <p:cNvSpPr txBox="1"/>
          <p:nvPr/>
        </p:nvSpPr>
        <p:spPr>
          <a:xfrm>
            <a:off x="530942" y="1144890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Цель работы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Разработка интеллектуальной рекомендательной системы для подбора героев в </a:t>
            </a:r>
            <a:r>
              <a:rPr lang="ru-RU" dirty="0" err="1"/>
              <a:t>Dota</a:t>
            </a:r>
            <a:r>
              <a:rPr lang="ru-RU" dirty="0"/>
              <a:t> 2 на основе методов машинного обучения, анализа игровых данных и пользовательских предпочтений.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ru-RU" dirty="0"/>
              <a:t>Задачи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предметной области и существующих решений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предобработка игровых данных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построение признакового пространства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</a:t>
            </a:r>
            <a:r>
              <a:rPr lang="ru-RU" dirty="0" err="1"/>
              <a:t>synergy</a:t>
            </a:r>
            <a:r>
              <a:rPr lang="ru-RU" dirty="0"/>
              <a:t> и </a:t>
            </a:r>
            <a:r>
              <a:rPr lang="ru-RU" dirty="0" err="1"/>
              <a:t>counter</a:t>
            </a:r>
            <a:r>
              <a:rPr lang="ru-RU" dirty="0"/>
              <a:t>-связей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разработка </a:t>
            </a:r>
            <a:r>
              <a:rPr lang="ru-RU" dirty="0" err="1"/>
              <a:t>ranking</a:t>
            </a:r>
            <a:r>
              <a:rPr lang="ru-RU" dirty="0"/>
              <a:t>-модели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реализация персонализированных рекомендаций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разработка </a:t>
            </a:r>
            <a:r>
              <a:rPr lang="ru-RU" dirty="0" err="1"/>
              <a:t>web</a:t>
            </a:r>
            <a:r>
              <a:rPr lang="ru-RU" dirty="0"/>
              <a:t>-интерфейса системы.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0F1C062-00EC-4AA6-8B6E-C4D86F62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743" y="2683843"/>
            <a:ext cx="7383257" cy="14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1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397796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Сбор и обработка данных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4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EB0F3-5B4B-420E-9F33-04F5124A5CF7}"/>
              </a:ext>
            </a:extLst>
          </p:cNvPr>
          <p:cNvSpPr txBox="1"/>
          <p:nvPr/>
        </p:nvSpPr>
        <p:spPr>
          <a:xfrm>
            <a:off x="337632" y="112366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Используемые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OpenDota</a:t>
            </a:r>
            <a:r>
              <a:rPr lang="ru-RU" dirty="0"/>
              <a:t>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STRATZ API 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b="1" dirty="0"/>
              <a:t>Полученные данные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информация о матчах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выбранные герои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роли игроков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результаты матчей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игровые статистики.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04708-BD6B-4E3F-9F8C-40FFBB626AC2}"/>
              </a:ext>
            </a:extLst>
          </p:cNvPr>
          <p:cNvSpPr txBox="1"/>
          <p:nvPr/>
        </p:nvSpPr>
        <p:spPr>
          <a:xfrm>
            <a:off x="3046640" y="1074662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Характеристики </a:t>
            </a:r>
            <a:r>
              <a:rPr lang="ru-RU" b="1" dirty="0" err="1"/>
              <a:t>датасета</a:t>
            </a:r>
            <a:endParaRPr lang="ru-RU" b="1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881 000+ записей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120+ уникальных героев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данные </a:t>
            </a:r>
            <a:r>
              <a:rPr lang="ru-RU" dirty="0" err="1"/>
              <a:t>draft</a:t>
            </a:r>
            <a:r>
              <a:rPr lang="ru-RU" dirty="0"/>
              <a:t>-фазы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статистика взаимодействий героев.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33A96-44D6-47CF-B0F2-E0AD985D4865}"/>
              </a:ext>
            </a:extLst>
          </p:cNvPr>
          <p:cNvSpPr txBox="1"/>
          <p:nvPr/>
        </p:nvSpPr>
        <p:spPr>
          <a:xfrm>
            <a:off x="3046640" y="2945226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Этапы обработки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очистка данных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удаление неполных матчей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нормализация признаков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dirty="0"/>
              <a:t>генерация </a:t>
            </a:r>
            <a:r>
              <a:rPr lang="ru-RU" dirty="0" err="1"/>
              <a:t>training</a:t>
            </a:r>
            <a:r>
              <a:rPr lang="ru-RU" dirty="0"/>
              <a:t> </a:t>
            </a:r>
            <a:r>
              <a:rPr lang="ru-RU" dirty="0" err="1"/>
              <a:t>samples</a:t>
            </a:r>
            <a:r>
              <a:rPr lang="ru-RU"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B69E90-8071-43D2-A9EB-7C315893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07" y="4815791"/>
            <a:ext cx="9954986" cy="193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5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796025" y="690647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Feature Engineering</a:t>
            </a:r>
            <a:endParaRPr lang="ru-RU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5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13D7C6C7-839E-491E-97C4-784E9C60F2B4}"/>
              </a:ext>
            </a:extLst>
          </p:cNvPr>
          <p:cNvGrpSpPr/>
          <p:nvPr/>
        </p:nvGrpSpPr>
        <p:grpSpPr>
          <a:xfrm>
            <a:off x="856615" y="2379684"/>
            <a:ext cx="1912842" cy="1263401"/>
            <a:chOff x="4350216" y="2989572"/>
            <a:chExt cx="1788086" cy="868680"/>
          </a:xfrm>
        </p:grpSpPr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71CC1CF7-155D-4533-B7C8-0A34BD4484FD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1" name="Текст 3">
              <a:extLst>
                <a:ext uri="{FF2B5EF4-FFF2-40B4-BE49-F238E27FC236}">
                  <a16:creationId xmlns:a16="http://schemas.microsoft.com/office/drawing/2014/main" id="{9C47D043-BC5A-441C-A6E6-942C6CEE8FC9}"/>
                </a:ext>
              </a:extLst>
            </p:cNvPr>
            <p:cNvSpPr txBox="1">
              <a:spLocks/>
            </p:cNvSpPr>
            <p:nvPr/>
          </p:nvSpPr>
          <p:spPr>
            <a:xfrm>
              <a:off x="4350216" y="3214500"/>
              <a:ext cx="1783081" cy="33012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400" b="1" dirty="0">
                  <a:solidFill>
                    <a:schemeClr val="tx1"/>
                  </a:solidFill>
                </a:rPr>
                <a:t>Статистические признаки героя</a:t>
              </a:r>
              <a:r>
                <a:rPr lang="ru-RU" sz="1400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F9D4DDA5-D81B-49C9-B89B-1D9BDF684734}"/>
              </a:ext>
            </a:extLst>
          </p:cNvPr>
          <p:cNvGrpSpPr/>
          <p:nvPr/>
        </p:nvGrpSpPr>
        <p:grpSpPr>
          <a:xfrm>
            <a:off x="7352388" y="2379685"/>
            <a:ext cx="1907487" cy="1262028"/>
            <a:chOff x="4355222" y="2989572"/>
            <a:chExt cx="1783080" cy="868680"/>
          </a:xfrm>
        </p:grpSpPr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id="{48E71426-1CCA-4FDA-8B0B-8EAFF50791D7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9" name="Текст 3">
              <a:extLst>
                <a:ext uri="{FF2B5EF4-FFF2-40B4-BE49-F238E27FC236}">
                  <a16:creationId xmlns:a16="http://schemas.microsoft.com/office/drawing/2014/main" id="{44B36A3C-64F2-4336-8B58-853F909DB673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324300"/>
              <a:ext cx="1420684" cy="19701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400" b="1" dirty="0" err="1">
                  <a:solidFill>
                    <a:schemeClr val="tx1"/>
                  </a:solidFill>
                </a:rPr>
                <a:t>Контрпики</a:t>
              </a:r>
              <a:r>
                <a:rPr lang="ru-RU" sz="1400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368E8428-CBE3-4398-A640-148AEADBA0B6}"/>
              </a:ext>
            </a:extLst>
          </p:cNvPr>
          <p:cNvGrpSpPr/>
          <p:nvPr/>
        </p:nvGrpSpPr>
        <p:grpSpPr>
          <a:xfrm>
            <a:off x="3020944" y="2381055"/>
            <a:ext cx="1818668" cy="1262030"/>
            <a:chOff x="4355222" y="2989572"/>
            <a:chExt cx="1783080" cy="868680"/>
          </a:xfrm>
        </p:grpSpPr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48B51AB3-4AE1-47B4-B5C2-E55487B435D4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3" name="Текст 3">
              <a:extLst>
                <a:ext uri="{FF2B5EF4-FFF2-40B4-BE49-F238E27FC236}">
                  <a16:creationId xmlns:a16="http://schemas.microsoft.com/office/drawing/2014/main" id="{DE923F27-7811-47C7-B4E9-EE0517986E4F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257725"/>
              <a:ext cx="1420684" cy="33048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400" b="1" dirty="0">
                  <a:solidFill>
                    <a:schemeClr val="tx1"/>
                  </a:solidFill>
                </a:rPr>
                <a:t>Ролевые признаки</a:t>
              </a:r>
              <a:r>
                <a:rPr lang="ru-RU" sz="1400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BB824CE4-5A8A-46C0-AD0E-99EB05F6E6A2}"/>
              </a:ext>
            </a:extLst>
          </p:cNvPr>
          <p:cNvGrpSpPr/>
          <p:nvPr/>
        </p:nvGrpSpPr>
        <p:grpSpPr>
          <a:xfrm>
            <a:off x="5185271" y="2381054"/>
            <a:ext cx="1818667" cy="1262029"/>
            <a:chOff x="4355222" y="2989572"/>
            <a:chExt cx="1783080" cy="868680"/>
          </a:xfrm>
        </p:grpSpPr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824BC38F-2D71-4A6A-BFED-8E0E76A2C707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7" name="Текст 3">
              <a:extLst>
                <a:ext uri="{FF2B5EF4-FFF2-40B4-BE49-F238E27FC236}">
                  <a16:creationId xmlns:a16="http://schemas.microsoft.com/office/drawing/2014/main" id="{66CA4D93-4C5D-4314-9696-6ADB3EBF4CDA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256626"/>
              <a:ext cx="1420684" cy="33048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1400" b="1" dirty="0">
                  <a:solidFill>
                    <a:schemeClr val="tx1"/>
                  </a:solidFill>
                </a:rPr>
                <a:t>Синергия героев</a:t>
              </a:r>
              <a:r>
                <a:rPr lang="ru-RU" sz="1400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4F4EBF7A-6009-4D55-A288-C69EDEC619FD}"/>
              </a:ext>
            </a:extLst>
          </p:cNvPr>
          <p:cNvGrpSpPr/>
          <p:nvPr/>
        </p:nvGrpSpPr>
        <p:grpSpPr>
          <a:xfrm>
            <a:off x="9516717" y="2379684"/>
            <a:ext cx="1907486" cy="1262027"/>
            <a:chOff x="4355222" y="2989572"/>
            <a:chExt cx="1783080" cy="868680"/>
          </a:xfrm>
        </p:grpSpPr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DBAABD41-BC79-4A06-A5C5-512D2845A774}"/>
                </a:ext>
              </a:extLst>
            </p:cNvPr>
            <p:cNvSpPr/>
            <p:nvPr/>
          </p:nvSpPr>
          <p:spPr>
            <a:xfrm>
              <a:off x="4355222" y="2989572"/>
              <a:ext cx="1783080" cy="86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1" name="Текст 3">
              <a:extLst>
                <a:ext uri="{FF2B5EF4-FFF2-40B4-BE49-F238E27FC236}">
                  <a16:creationId xmlns:a16="http://schemas.microsoft.com/office/drawing/2014/main" id="{00B7ED57-0ADA-48F4-8F5E-E2C5EC3D9AFB}"/>
                </a:ext>
              </a:extLst>
            </p:cNvPr>
            <p:cNvSpPr txBox="1">
              <a:spLocks/>
            </p:cNvSpPr>
            <p:nvPr/>
          </p:nvSpPr>
          <p:spPr>
            <a:xfrm>
              <a:off x="4536420" y="3259366"/>
              <a:ext cx="1420684" cy="33048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i="0" kern="120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Similarity Features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265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796025" y="690647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 err="1"/>
              <a:t>Graph</a:t>
            </a:r>
            <a:r>
              <a:rPr lang="ru-RU" b="1" dirty="0"/>
              <a:t> </a:t>
            </a:r>
            <a:r>
              <a:rPr lang="ru-RU" b="1" dirty="0" err="1"/>
              <a:t>Features</a:t>
            </a:r>
            <a:r>
              <a:rPr lang="ru-RU" b="1" dirty="0"/>
              <a:t> и анализ взаимодействий героев</a:t>
            </a:r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6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52DBA-0742-4994-B3EF-8FA87B9AB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25" y="1638896"/>
            <a:ext cx="4595625" cy="45956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A6945F-DF2E-4426-B84B-3AFF33849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485" y="1638896"/>
            <a:ext cx="4595626" cy="459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4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397796"/>
            <a:ext cx="5876822" cy="397032"/>
          </a:xfrm>
        </p:spPr>
        <p:txBody>
          <a:bodyPr/>
          <a:lstStyle/>
          <a:p>
            <a:pPr algn="ctr"/>
            <a:r>
              <a:rPr lang="en-US" dirty="0"/>
              <a:t>Embeddings </a:t>
            </a:r>
            <a:r>
              <a:rPr lang="ru-RU" dirty="0"/>
              <a:t>и </a:t>
            </a:r>
            <a:r>
              <a:rPr lang="en-US" dirty="0"/>
              <a:t>similarity-</a:t>
            </a:r>
            <a:r>
              <a:rPr lang="ru-RU" dirty="0"/>
              <a:t>анализ героев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7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8A743-24BA-436A-B801-33C8979DE950}"/>
              </a:ext>
            </a:extLst>
          </p:cNvPr>
          <p:cNvSpPr txBox="1"/>
          <p:nvPr/>
        </p:nvSpPr>
        <p:spPr>
          <a:xfrm>
            <a:off x="508000" y="13949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Hero</a:t>
            </a:r>
            <a:r>
              <a:rPr lang="ru-RU" b="1" dirty="0"/>
              <a:t> </a:t>
            </a:r>
            <a:r>
              <a:rPr lang="ru-RU" b="1" dirty="0" err="1"/>
              <a:t>Embeddings</a:t>
            </a:r>
            <a:endParaRPr lang="ru-RU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векторное представление героев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similarity</a:t>
            </a:r>
            <a:r>
              <a:rPr lang="ru-RU" dirty="0"/>
              <a:t>-анализ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поиск похожих персонажей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скрытые игровые зависимости.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BADFE5-A22B-49D7-8F21-3D40EB5D0999}"/>
              </a:ext>
            </a:extLst>
          </p:cNvPr>
          <p:cNvSpPr txBox="1"/>
          <p:nvPr/>
        </p:nvSpPr>
        <p:spPr>
          <a:xfrm>
            <a:off x="508000" y="496119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Embedding space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похожие герои группируются в кластеры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communities </a:t>
            </a:r>
            <a:r>
              <a:rPr lang="ru-RU" dirty="0"/>
              <a:t>формируются автоматически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embeddings </a:t>
            </a:r>
            <a:r>
              <a:rPr lang="ru-RU" dirty="0"/>
              <a:t>используются в </a:t>
            </a:r>
            <a:r>
              <a:rPr lang="en-US" dirty="0"/>
              <a:t>ranking pipeline.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F7CA75-EE1B-4087-8C3B-7F205F83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373" y="1431800"/>
            <a:ext cx="6396052" cy="479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7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397796"/>
            <a:ext cx="5876822" cy="397032"/>
          </a:xfrm>
        </p:spPr>
        <p:txBody>
          <a:bodyPr/>
          <a:lstStyle/>
          <a:p>
            <a:pPr algn="ctr"/>
            <a:r>
              <a:rPr lang="en-US" dirty="0"/>
              <a:t>ML-</a:t>
            </a:r>
            <a:r>
              <a:rPr lang="ru-RU" dirty="0"/>
              <a:t>модели и </a:t>
            </a:r>
            <a:r>
              <a:rPr lang="en-US" dirty="0"/>
              <a:t>Ranking</a:t>
            </a:r>
            <a:endParaRPr lang="ru-RU" dirty="0"/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8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EB0F3-5B4B-420E-9F33-04F5124A5CF7}"/>
              </a:ext>
            </a:extLst>
          </p:cNvPr>
          <p:cNvSpPr txBox="1"/>
          <p:nvPr/>
        </p:nvSpPr>
        <p:spPr>
          <a:xfrm>
            <a:off x="546972" y="107466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Используемые модели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LightGBM</a:t>
            </a:r>
            <a:r>
              <a:rPr lang="en-US" dirty="0"/>
              <a:t> Recommender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Negative Sampling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LightGBM</a:t>
            </a:r>
            <a:r>
              <a:rPr lang="en-US" dirty="0"/>
              <a:t> Ranker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04708-BD6B-4E3F-9F8C-40FFBB626AC2}"/>
              </a:ext>
            </a:extLst>
          </p:cNvPr>
          <p:cNvSpPr txBox="1"/>
          <p:nvPr/>
        </p:nvSpPr>
        <p:spPr>
          <a:xfrm>
            <a:off x="546972" y="4583009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Преимущества </a:t>
            </a:r>
            <a:r>
              <a:rPr lang="en-US" b="1" dirty="0" err="1"/>
              <a:t>LightGBM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высокая скорость обучения;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эффективная работа с </a:t>
            </a:r>
            <a:r>
              <a:rPr lang="en-US" dirty="0"/>
              <a:t>tabular data;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поддержка </a:t>
            </a:r>
            <a:r>
              <a:rPr lang="en-US" dirty="0"/>
              <a:t>ranking-</a:t>
            </a:r>
            <a:r>
              <a:rPr lang="ru-RU" dirty="0"/>
              <a:t>задач;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importance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AD484-D3DA-4A13-8773-7EB2884A2659}"/>
              </a:ext>
            </a:extLst>
          </p:cNvPr>
          <p:cNvSpPr txBox="1"/>
          <p:nvPr/>
        </p:nvSpPr>
        <p:spPr>
          <a:xfrm>
            <a:off x="546972" y="2690336"/>
            <a:ext cx="42760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Ranking</a:t>
            </a:r>
            <a:r>
              <a:rPr lang="ru-RU" b="1" dirty="0"/>
              <a:t>-подход</a:t>
            </a:r>
          </a:p>
          <a:p>
            <a:r>
              <a:rPr lang="ru-RU" dirty="0"/>
              <a:t>Система: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просто предсказывает победу;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ранжирует героев по релевантности;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формирует Top-K рекомендации.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24646E-5DF9-41CF-92EB-0B6A15E0A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86" y="1293753"/>
            <a:ext cx="7155752" cy="477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0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796025" y="690647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Inference Pipeline </a:t>
            </a:r>
            <a:r>
              <a:rPr lang="ru-RU" dirty="0"/>
              <a:t>рекомендательной системы</a:t>
            </a:r>
            <a:endParaRPr lang="ru-RU" b="1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9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53121-5655-4970-92A9-BB82668414CB}"/>
              </a:ext>
            </a:extLst>
          </p:cNvPr>
          <p:cNvSpPr txBox="1"/>
          <p:nvPr/>
        </p:nvSpPr>
        <p:spPr>
          <a:xfrm>
            <a:off x="796025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Основные этапы </a:t>
            </a:r>
            <a:r>
              <a:rPr lang="en-US" b="1" dirty="0">
                <a:solidFill>
                  <a:schemeClr val="bg1"/>
                </a:solidFill>
              </a:rPr>
              <a:t>inference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анализ текущего </a:t>
            </a:r>
            <a:r>
              <a:rPr lang="en-US" dirty="0">
                <a:solidFill>
                  <a:schemeClr val="bg1"/>
                </a:solidFill>
              </a:rPr>
              <a:t>draft-</a:t>
            </a:r>
            <a:r>
              <a:rPr lang="ru-RU" dirty="0">
                <a:solidFill>
                  <a:schemeClr val="bg1"/>
                </a:solidFill>
              </a:rPr>
              <a:t>сценария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генерация признаков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graph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-US" dirty="0">
                <a:solidFill>
                  <a:schemeClr val="bg1"/>
                </a:solidFill>
              </a:rPr>
              <a:t>embedding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ranking </a:t>
            </a:r>
            <a:r>
              <a:rPr lang="ru-RU" dirty="0">
                <a:solidFill>
                  <a:schemeClr val="bg1"/>
                </a:solidFill>
              </a:rPr>
              <a:t>кандидатов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формирование </a:t>
            </a:r>
            <a:r>
              <a:rPr lang="en-US" dirty="0">
                <a:solidFill>
                  <a:schemeClr val="bg1"/>
                </a:solidFill>
              </a:rPr>
              <a:t>Top-K </a:t>
            </a:r>
            <a:r>
              <a:rPr lang="ru-RU" dirty="0">
                <a:solidFill>
                  <a:schemeClr val="bg1"/>
                </a:solidFill>
              </a:rPr>
              <a:t>рекомендаций.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9E0EC5-8ECE-44A4-930C-98F55798E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111" y="1259675"/>
            <a:ext cx="1586438" cy="534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796025" y="690647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Персонализированные рекомендации</a:t>
            </a:r>
            <a:endParaRPr lang="ru-RU" b="1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10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CA1864-DD77-4868-8B82-66C2BE99B039}"/>
              </a:ext>
            </a:extLst>
          </p:cNvPr>
          <p:cNvSpPr txBox="1"/>
          <p:nvPr/>
        </p:nvSpPr>
        <p:spPr>
          <a:xfrm>
            <a:off x="796025" y="16746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User-aware Recommendation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количество игр на герое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персональный </a:t>
            </a:r>
            <a:r>
              <a:rPr lang="en-US" dirty="0" err="1">
                <a:solidFill>
                  <a:schemeClr val="bg1"/>
                </a:solidFill>
              </a:rPr>
              <a:t>winrate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preferred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hero mastery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комфортные персонажи игрока.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BAB5F-055C-4D0D-904D-EE1468EFA895}"/>
              </a:ext>
            </a:extLst>
          </p:cNvPr>
          <p:cNvSpPr txBox="1"/>
          <p:nvPr/>
        </p:nvSpPr>
        <p:spPr>
          <a:xfrm>
            <a:off x="6892025" y="167467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Персонализация рекомендаций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анализ истории матчей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адаптация </a:t>
            </a:r>
            <a:r>
              <a:rPr lang="ru-RU" dirty="0" err="1">
                <a:solidFill>
                  <a:schemeClr val="bg1"/>
                </a:solidFill>
              </a:rPr>
              <a:t>ranking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score</a:t>
            </a:r>
            <a:endParaRPr lang="ru-RU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учет игровых предпочтений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подбор наиболее подходящих героев.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F230A8-9558-41B8-A4D9-E1B8B5AC4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122" y="4227258"/>
            <a:ext cx="7839755" cy="191213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48C1970-B327-48C0-90E6-2F715AC695AC}"/>
              </a:ext>
            </a:extLst>
          </p:cNvPr>
          <p:cNvSpPr/>
          <p:nvPr/>
        </p:nvSpPr>
        <p:spPr>
          <a:xfrm>
            <a:off x="4107543" y="4354286"/>
            <a:ext cx="4005943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616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5589" y="156500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Результат обучения модели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11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A1F2B5-8C68-468E-9C42-068506C51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47" y="156500"/>
            <a:ext cx="4505051" cy="33787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ACB660-CA06-46B5-8562-F7B331CEF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47" y="3429000"/>
            <a:ext cx="4505051" cy="337878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389992-B88C-441F-9656-0C6926894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480" y="1375532"/>
            <a:ext cx="6478651" cy="485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5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156500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Интерфейс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12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01E452-FCEE-43C5-BE4F-E37FAADE1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285969"/>
            <a:ext cx="10439400" cy="505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93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156500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Интерфейс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13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E32A1B-6EE8-4C3E-97FA-F53A7F84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1253738"/>
            <a:ext cx="10299700" cy="498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34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156500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Интерфейс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14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261FDA-9C6F-4262-A552-B65591EAD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45" y="1170052"/>
            <a:ext cx="10714910" cy="506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32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7B4B88A-9749-AEB7-CD32-9FE97D6568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57589" y="156500"/>
            <a:ext cx="5876822" cy="397032"/>
          </a:xfrm>
        </p:spPr>
        <p:txBody>
          <a:bodyPr/>
          <a:lstStyle/>
          <a:p>
            <a:pPr algn="ctr"/>
            <a:r>
              <a:rPr lang="ru-RU" dirty="0"/>
              <a:t>Интерфейс</a:t>
            </a:r>
          </a:p>
        </p:txBody>
      </p:sp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57853D4E-5598-EB1F-3A81-75E38363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tx1">
                    <a:alpha val="40000"/>
                  </a:schemeClr>
                </a:solidFill>
              </a:rPr>
              <a:pPr/>
              <a:t>15</a:t>
            </a:fld>
            <a:endParaRPr lang="ru-RU" dirty="0">
              <a:solidFill>
                <a:schemeClr val="tx1">
                  <a:alpha val="4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E8566F-914E-4E86-B971-5D2CBE8D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275406"/>
            <a:ext cx="10636575" cy="51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19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2">
            <a:extLst>
              <a:ext uri="{FF2B5EF4-FFF2-40B4-BE49-F238E27FC236}">
                <a16:creationId xmlns:a16="http://schemas.microsoft.com/office/drawing/2014/main" id="{60668DE2-592E-6943-A736-9EE56EC57142}"/>
              </a:ext>
            </a:extLst>
          </p:cNvPr>
          <p:cNvSpPr txBox="1">
            <a:spLocks/>
          </p:cNvSpPr>
          <p:nvPr/>
        </p:nvSpPr>
        <p:spPr>
          <a:xfrm>
            <a:off x="796025" y="690647"/>
            <a:ext cx="10225086" cy="3970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Вывод</a:t>
            </a:r>
            <a:endParaRPr lang="ru-RU" b="1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FB544F62-1080-0D8C-84B8-5A2F53790A64}"/>
              </a:ext>
            </a:extLst>
          </p:cNvPr>
          <p:cNvSpPr txBox="1">
            <a:spLocks/>
          </p:cNvSpPr>
          <p:nvPr/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0D0329-78C6-364C-97E0-9B31F532BD27}" type="slidenum">
              <a:rPr lang="ru-RU" smtClean="0">
                <a:solidFill>
                  <a:schemeClr val="bg1">
                    <a:alpha val="40000"/>
                  </a:schemeClr>
                </a:solidFill>
                <a:latin typeface="Arial" panose="020B0604020202020204" pitchFamily="34" charset="0"/>
              </a:rPr>
              <a:pPr/>
              <a:t>16</a:t>
            </a:fld>
            <a:endParaRPr lang="ru-RU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BB8596-0616-4808-AF2D-1AE33A4C7D51}"/>
              </a:ext>
            </a:extLst>
          </p:cNvPr>
          <p:cNvSpPr txBox="1"/>
          <p:nvPr/>
        </p:nvSpPr>
        <p:spPr>
          <a:xfrm>
            <a:off x="796025" y="26304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Левая часть — Выводы</a:t>
            </a:r>
          </a:p>
          <a:p>
            <a:r>
              <a:rPr lang="ru-RU" b="1" dirty="0">
                <a:solidFill>
                  <a:schemeClr val="bg1"/>
                </a:solidFill>
              </a:rPr>
              <a:t>Основные результаты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разработана рекомендательная система для </a:t>
            </a:r>
            <a:r>
              <a:rPr lang="ru-RU" dirty="0" err="1">
                <a:solidFill>
                  <a:schemeClr val="bg1"/>
                </a:solidFill>
              </a:rPr>
              <a:t>Dota</a:t>
            </a:r>
            <a:r>
              <a:rPr lang="ru-RU" dirty="0">
                <a:solidFill>
                  <a:schemeClr val="bg1"/>
                </a:solidFill>
              </a:rPr>
              <a:t>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реализован </a:t>
            </a:r>
            <a:r>
              <a:rPr lang="ru-RU" dirty="0" err="1">
                <a:solidFill>
                  <a:schemeClr val="bg1"/>
                </a:solidFill>
              </a:rPr>
              <a:t>ranking</a:t>
            </a:r>
            <a:r>
              <a:rPr lang="ru-RU" dirty="0">
                <a:solidFill>
                  <a:schemeClr val="bg1"/>
                </a:solidFill>
              </a:rPr>
              <a:t>-подход на основе </a:t>
            </a:r>
            <a:r>
              <a:rPr lang="ru-RU" dirty="0" err="1">
                <a:solidFill>
                  <a:schemeClr val="bg1"/>
                </a:solidFill>
              </a:rPr>
              <a:t>LightGBM</a:t>
            </a:r>
            <a:endParaRPr lang="ru-RU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использованы </a:t>
            </a:r>
            <a:r>
              <a:rPr lang="ru-RU" dirty="0" err="1">
                <a:solidFill>
                  <a:schemeClr val="bg1"/>
                </a:solidFill>
              </a:rPr>
              <a:t>graph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ru-RU" dirty="0" err="1">
                <a:solidFill>
                  <a:schemeClr val="bg1"/>
                </a:solidFill>
              </a:rPr>
              <a:t>embeddings</a:t>
            </a:r>
            <a:endParaRPr lang="ru-RU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реализован </a:t>
            </a:r>
            <a:r>
              <a:rPr lang="ru-RU" dirty="0" err="1">
                <a:solidFill>
                  <a:schemeClr val="bg1"/>
                </a:solidFill>
              </a:rPr>
              <a:t>inference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pipeline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разработан </a:t>
            </a:r>
            <a:r>
              <a:rPr lang="ru-RU" dirty="0" err="1">
                <a:solidFill>
                  <a:schemeClr val="bg1"/>
                </a:solidFill>
              </a:rPr>
              <a:t>web</a:t>
            </a:r>
            <a:r>
              <a:rPr lang="ru-RU" dirty="0">
                <a:solidFill>
                  <a:schemeClr val="bg1"/>
                </a:solidFill>
              </a:rPr>
              <a:t>-интерфейс системы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достигнуто высокое качество рекомендаций.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3749E-ADB9-4B15-BAF6-E30949ED3E61}"/>
              </a:ext>
            </a:extLst>
          </p:cNvPr>
          <p:cNvSpPr txBox="1"/>
          <p:nvPr/>
        </p:nvSpPr>
        <p:spPr>
          <a:xfrm>
            <a:off x="7973111" y="26304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Дальнейшее развитие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online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full personalization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deep learning ranking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graph neural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real-time draft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интеграция с игровыми </a:t>
            </a:r>
            <a:r>
              <a:rPr lang="en-US" dirty="0">
                <a:solidFill>
                  <a:schemeClr val="bg1"/>
                </a:solidFill>
              </a:rPr>
              <a:t>API.</a:t>
            </a:r>
          </a:p>
        </p:txBody>
      </p:sp>
    </p:spTree>
    <p:extLst>
      <p:ext uri="{BB962C8B-B14F-4D97-AF65-F5344CB8AC3E}">
        <p14:creationId xmlns:p14="http://schemas.microsoft.com/office/powerpoint/2010/main" val="38948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5000">
              <a:srgbClr val="228F78"/>
            </a:gs>
            <a:gs pos="35000">
              <a:srgbClr val="2E505B"/>
            </a:gs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30A3D-BD39-4B2F-B3E5-F7D26F2F5547}"/>
              </a:ext>
            </a:extLst>
          </p:cNvPr>
          <p:cNvSpPr txBox="1"/>
          <p:nvPr/>
        </p:nvSpPr>
        <p:spPr>
          <a:xfrm>
            <a:off x="3048000" y="4540884"/>
            <a:ext cx="609600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800" b="1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СПАСИБО ЗА ВНИМАНИЕ!</a:t>
            </a:r>
            <a:endParaRPr lang="ru-RU" sz="4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68190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ля презентации">
      <a:dk1>
        <a:srgbClr val="083542"/>
      </a:dk1>
      <a:lt1>
        <a:srgbClr val="FFFFFF"/>
      </a:lt1>
      <a:dk2>
        <a:srgbClr val="44546A"/>
      </a:dk2>
      <a:lt2>
        <a:srgbClr val="BFBFBF"/>
      </a:lt2>
      <a:accent1>
        <a:srgbClr val="246568"/>
      </a:accent1>
      <a:accent2>
        <a:srgbClr val="016A80"/>
      </a:accent2>
      <a:accent3>
        <a:srgbClr val="0098AE"/>
      </a:accent3>
      <a:accent4>
        <a:srgbClr val="0098AE"/>
      </a:accent4>
      <a:accent5>
        <a:srgbClr val="5B9BD5"/>
      </a:accent5>
      <a:accent6>
        <a:srgbClr val="D70E16"/>
      </a:accent6>
      <a:hlink>
        <a:srgbClr val="345BA8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19358</TotalTime>
  <Words>460</Words>
  <Application>Microsoft Office PowerPoint</Application>
  <PresentationFormat>Широкоэкранный</PresentationFormat>
  <Paragraphs>158</Paragraphs>
  <Slides>17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Movie Filmstrip</vt:lpstr>
      <vt:lpstr>Open Sans ExtraBold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Артём Кочуков</dc:creator>
  <cp:lastModifiedBy>егор денисов</cp:lastModifiedBy>
  <cp:revision>115</cp:revision>
  <dcterms:created xsi:type="dcterms:W3CDTF">2025-02-04T07:46:13Z</dcterms:created>
  <dcterms:modified xsi:type="dcterms:W3CDTF">2026-05-14T20:15:18Z</dcterms:modified>
</cp:coreProperties>
</file>